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Lst>
  <p:sldSz cy="32918400" cx="43891200"/>
  <p:notesSz cx="6858000" cy="9144000"/>
  <p:embeddedFontLst>
    <p:embeddedFont>
      <p:font typeface="Federo"/>
      <p:regular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9" roundtripDataSignature="AMtx7mg4PSDaLBySUjki8woVghs8erKS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Feder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f3572afbb_0_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2af3572afbb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g2af3572afbb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ab42777be_0_1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0ab42777be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g30ab42777be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6"/>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
          <p:cNvSpPr txBox="1"/>
          <p:nvPr>
            <p:ph idx="1" type="body"/>
          </p:nvPr>
        </p:nvSpPr>
        <p:spPr>
          <a:xfrm>
            <a:off x="2194560" y="7680963"/>
            <a:ext cx="39502200" cy="21724500"/>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6"/>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3291840" y="10226042"/>
            <a:ext cx="37307400" cy="70560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 type="subTitle"/>
          </p:nvPr>
        </p:nvSpPr>
        <p:spPr>
          <a:xfrm>
            <a:off x="6583680" y="18653760"/>
            <a:ext cx="30723900" cy="8412600"/>
          </a:xfrm>
          <a:prstGeom prst="rect">
            <a:avLst/>
          </a:prstGeom>
          <a:noFill/>
          <a:ln>
            <a:noFill/>
          </a:ln>
        </p:spPr>
        <p:txBody>
          <a:bodyPr anchorCtr="0" anchor="t" bIns="219450" lIns="438900" spcFirstLastPara="1" rIns="438900" wrap="square" tIns="219450">
            <a:normAutofit/>
          </a:bodyPr>
          <a:lstStyle>
            <a:lvl1pPr lvl="0" algn="ctr">
              <a:lnSpc>
                <a:spcPct val="100000"/>
              </a:lnSpc>
              <a:spcBef>
                <a:spcPts val="3080"/>
              </a:spcBef>
              <a:spcAft>
                <a:spcPts val="0"/>
              </a:spcAft>
              <a:buClr>
                <a:srgbClr val="888888"/>
              </a:buClr>
              <a:buSzPts val="15400"/>
              <a:buNone/>
              <a:defRPr>
                <a:solidFill>
                  <a:srgbClr val="888888"/>
                </a:solidFill>
              </a:defRPr>
            </a:lvl1pPr>
            <a:lvl2pPr lvl="1" algn="ctr">
              <a:lnSpc>
                <a:spcPct val="100000"/>
              </a:lnSpc>
              <a:spcBef>
                <a:spcPts val="2680"/>
              </a:spcBef>
              <a:spcAft>
                <a:spcPts val="0"/>
              </a:spcAft>
              <a:buClr>
                <a:srgbClr val="888888"/>
              </a:buClr>
              <a:buSzPts val="13400"/>
              <a:buNone/>
              <a:defRPr>
                <a:solidFill>
                  <a:srgbClr val="888888"/>
                </a:solidFill>
              </a:defRPr>
            </a:lvl2pPr>
            <a:lvl3pPr lvl="2" algn="ctr">
              <a:lnSpc>
                <a:spcPct val="100000"/>
              </a:lnSpc>
              <a:spcBef>
                <a:spcPts val="2300"/>
              </a:spcBef>
              <a:spcAft>
                <a:spcPts val="0"/>
              </a:spcAft>
              <a:buClr>
                <a:srgbClr val="888888"/>
              </a:buClr>
              <a:buSzPts val="11500"/>
              <a:buNone/>
              <a:defRPr>
                <a:solidFill>
                  <a:srgbClr val="888888"/>
                </a:solidFill>
              </a:defRPr>
            </a:lvl3pPr>
            <a:lvl4pPr lvl="3" algn="ctr">
              <a:lnSpc>
                <a:spcPct val="100000"/>
              </a:lnSpc>
              <a:spcBef>
                <a:spcPts val="1920"/>
              </a:spcBef>
              <a:spcAft>
                <a:spcPts val="0"/>
              </a:spcAft>
              <a:buClr>
                <a:srgbClr val="888888"/>
              </a:buClr>
              <a:buSzPts val="9600"/>
              <a:buNone/>
              <a:defRPr>
                <a:solidFill>
                  <a:srgbClr val="888888"/>
                </a:solidFill>
              </a:defRPr>
            </a:lvl4pPr>
            <a:lvl5pPr lvl="4" algn="ctr">
              <a:lnSpc>
                <a:spcPct val="100000"/>
              </a:lnSpc>
              <a:spcBef>
                <a:spcPts val="1920"/>
              </a:spcBef>
              <a:spcAft>
                <a:spcPts val="0"/>
              </a:spcAft>
              <a:buClr>
                <a:srgbClr val="888888"/>
              </a:buClr>
              <a:buSzPts val="9600"/>
              <a:buNone/>
              <a:defRPr>
                <a:solidFill>
                  <a:srgbClr val="888888"/>
                </a:solidFill>
              </a:defRPr>
            </a:lvl5pPr>
            <a:lvl6pPr lvl="5" algn="ctr">
              <a:lnSpc>
                <a:spcPct val="100000"/>
              </a:lnSpc>
              <a:spcBef>
                <a:spcPts val="1920"/>
              </a:spcBef>
              <a:spcAft>
                <a:spcPts val="0"/>
              </a:spcAft>
              <a:buClr>
                <a:srgbClr val="888888"/>
              </a:buClr>
              <a:buSzPts val="9600"/>
              <a:buNone/>
              <a:defRPr>
                <a:solidFill>
                  <a:srgbClr val="888888"/>
                </a:solidFill>
              </a:defRPr>
            </a:lvl6pPr>
            <a:lvl7pPr lvl="6" algn="ctr">
              <a:lnSpc>
                <a:spcPct val="100000"/>
              </a:lnSpc>
              <a:spcBef>
                <a:spcPts val="1920"/>
              </a:spcBef>
              <a:spcAft>
                <a:spcPts val="0"/>
              </a:spcAft>
              <a:buClr>
                <a:srgbClr val="888888"/>
              </a:buClr>
              <a:buSzPts val="9600"/>
              <a:buNone/>
              <a:defRPr>
                <a:solidFill>
                  <a:srgbClr val="888888"/>
                </a:solidFill>
              </a:defRPr>
            </a:lvl7pPr>
            <a:lvl8pPr lvl="7" algn="ctr">
              <a:lnSpc>
                <a:spcPct val="100000"/>
              </a:lnSpc>
              <a:spcBef>
                <a:spcPts val="1920"/>
              </a:spcBef>
              <a:spcAft>
                <a:spcPts val="0"/>
              </a:spcAft>
              <a:buClr>
                <a:srgbClr val="888888"/>
              </a:buClr>
              <a:buSzPts val="9600"/>
              <a:buNone/>
              <a:defRPr>
                <a:solidFill>
                  <a:srgbClr val="888888"/>
                </a:solidFill>
              </a:defRPr>
            </a:lvl8pPr>
            <a:lvl9pPr lvl="8" algn="ctr">
              <a:lnSpc>
                <a:spcPct val="100000"/>
              </a:lnSpc>
              <a:spcBef>
                <a:spcPts val="1920"/>
              </a:spcBef>
              <a:spcAft>
                <a:spcPts val="0"/>
              </a:spcAft>
              <a:buClr>
                <a:srgbClr val="888888"/>
              </a:buClr>
              <a:buSzPts val="9600"/>
              <a:buNone/>
              <a:defRPr>
                <a:solidFill>
                  <a:srgbClr val="888888"/>
                </a:solidFill>
              </a:defRPr>
            </a:lvl9pPr>
          </a:lstStyle>
          <a:p/>
        </p:txBody>
      </p:sp>
      <p:sp>
        <p:nvSpPr>
          <p:cNvPr id="28" name="Google Shape;28;p5"/>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7"/>
          <p:cNvSpPr txBox="1"/>
          <p:nvPr>
            <p:ph type="title"/>
          </p:nvPr>
        </p:nvSpPr>
        <p:spPr>
          <a:xfrm>
            <a:off x="3467101" y="21153122"/>
            <a:ext cx="37307400" cy="6537900"/>
          </a:xfrm>
          <a:prstGeom prst="rect">
            <a:avLst/>
          </a:prstGeom>
          <a:noFill/>
          <a:ln>
            <a:noFill/>
          </a:ln>
        </p:spPr>
        <p:txBody>
          <a:bodyPr anchorCtr="0" anchor="t" bIns="219450" lIns="438900" spcFirstLastPara="1" rIns="438900" wrap="square" tIns="219450">
            <a:normAutofit/>
          </a:bodyPr>
          <a:lstStyle>
            <a:lvl1pPr lvl="0" algn="l">
              <a:lnSpc>
                <a:spcPct val="100000"/>
              </a:lnSpc>
              <a:spcBef>
                <a:spcPts val="0"/>
              </a:spcBef>
              <a:spcAft>
                <a:spcPts val="0"/>
              </a:spcAft>
              <a:buClr>
                <a:schemeClr val="dk1"/>
              </a:buClr>
              <a:buSzPts val="19200"/>
              <a:buFont typeface="Calibri"/>
              <a:buNone/>
              <a:defRPr b="1" sz="19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
          <p:cNvSpPr txBox="1"/>
          <p:nvPr>
            <p:ph idx="1" type="body"/>
          </p:nvPr>
        </p:nvSpPr>
        <p:spPr>
          <a:xfrm>
            <a:off x="3467101" y="13952225"/>
            <a:ext cx="37307400" cy="7200900"/>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1920"/>
              </a:spcBef>
              <a:spcAft>
                <a:spcPts val="0"/>
              </a:spcAft>
              <a:buClr>
                <a:srgbClr val="888888"/>
              </a:buClr>
              <a:buSzPts val="9600"/>
              <a:buNone/>
              <a:defRPr sz="9600">
                <a:solidFill>
                  <a:srgbClr val="888888"/>
                </a:solidFill>
              </a:defRPr>
            </a:lvl1pPr>
            <a:lvl2pPr indent="-228600" lvl="1" marL="914400" algn="l">
              <a:lnSpc>
                <a:spcPct val="100000"/>
              </a:lnSpc>
              <a:spcBef>
                <a:spcPts val="1720"/>
              </a:spcBef>
              <a:spcAft>
                <a:spcPts val="0"/>
              </a:spcAft>
              <a:buClr>
                <a:srgbClr val="888888"/>
              </a:buClr>
              <a:buSzPts val="8600"/>
              <a:buNone/>
              <a:defRPr sz="8600">
                <a:solidFill>
                  <a:srgbClr val="888888"/>
                </a:solidFill>
              </a:defRPr>
            </a:lvl2pPr>
            <a:lvl3pPr indent="-228600" lvl="2" marL="1371600" algn="l">
              <a:lnSpc>
                <a:spcPct val="100000"/>
              </a:lnSpc>
              <a:spcBef>
                <a:spcPts val="1540"/>
              </a:spcBef>
              <a:spcAft>
                <a:spcPts val="0"/>
              </a:spcAft>
              <a:buClr>
                <a:srgbClr val="888888"/>
              </a:buClr>
              <a:buSzPts val="7700"/>
              <a:buNone/>
              <a:defRPr sz="7700">
                <a:solidFill>
                  <a:srgbClr val="888888"/>
                </a:solidFill>
              </a:defRPr>
            </a:lvl3pPr>
            <a:lvl4pPr indent="-228600" lvl="3" marL="1828800" algn="l">
              <a:lnSpc>
                <a:spcPct val="100000"/>
              </a:lnSpc>
              <a:spcBef>
                <a:spcPts val="1340"/>
              </a:spcBef>
              <a:spcAft>
                <a:spcPts val="0"/>
              </a:spcAft>
              <a:buClr>
                <a:srgbClr val="888888"/>
              </a:buClr>
              <a:buSzPts val="6700"/>
              <a:buNone/>
              <a:defRPr sz="6700">
                <a:solidFill>
                  <a:srgbClr val="888888"/>
                </a:solidFill>
              </a:defRPr>
            </a:lvl4pPr>
            <a:lvl5pPr indent="-228600" lvl="4" marL="2286000" algn="l">
              <a:lnSpc>
                <a:spcPct val="100000"/>
              </a:lnSpc>
              <a:spcBef>
                <a:spcPts val="1340"/>
              </a:spcBef>
              <a:spcAft>
                <a:spcPts val="0"/>
              </a:spcAft>
              <a:buClr>
                <a:srgbClr val="888888"/>
              </a:buClr>
              <a:buSzPts val="6700"/>
              <a:buNone/>
              <a:defRPr sz="6700">
                <a:solidFill>
                  <a:srgbClr val="888888"/>
                </a:solidFill>
              </a:defRPr>
            </a:lvl5pPr>
            <a:lvl6pPr indent="-228600" lvl="5" marL="2743200" algn="l">
              <a:lnSpc>
                <a:spcPct val="100000"/>
              </a:lnSpc>
              <a:spcBef>
                <a:spcPts val="1340"/>
              </a:spcBef>
              <a:spcAft>
                <a:spcPts val="0"/>
              </a:spcAft>
              <a:buClr>
                <a:srgbClr val="888888"/>
              </a:buClr>
              <a:buSzPts val="6700"/>
              <a:buNone/>
              <a:defRPr sz="6700">
                <a:solidFill>
                  <a:srgbClr val="888888"/>
                </a:solidFill>
              </a:defRPr>
            </a:lvl6pPr>
            <a:lvl7pPr indent="-228600" lvl="6" marL="3200400" algn="l">
              <a:lnSpc>
                <a:spcPct val="100000"/>
              </a:lnSpc>
              <a:spcBef>
                <a:spcPts val="1340"/>
              </a:spcBef>
              <a:spcAft>
                <a:spcPts val="0"/>
              </a:spcAft>
              <a:buClr>
                <a:srgbClr val="888888"/>
              </a:buClr>
              <a:buSzPts val="6700"/>
              <a:buNone/>
              <a:defRPr sz="6700">
                <a:solidFill>
                  <a:srgbClr val="888888"/>
                </a:solidFill>
              </a:defRPr>
            </a:lvl7pPr>
            <a:lvl8pPr indent="-228600" lvl="7" marL="3657600" algn="l">
              <a:lnSpc>
                <a:spcPct val="100000"/>
              </a:lnSpc>
              <a:spcBef>
                <a:spcPts val="1340"/>
              </a:spcBef>
              <a:spcAft>
                <a:spcPts val="0"/>
              </a:spcAft>
              <a:buClr>
                <a:srgbClr val="888888"/>
              </a:buClr>
              <a:buSzPts val="6700"/>
              <a:buNone/>
              <a:defRPr sz="6700">
                <a:solidFill>
                  <a:srgbClr val="888888"/>
                </a:solidFill>
              </a:defRPr>
            </a:lvl8pPr>
            <a:lvl9pPr indent="-228600" lvl="8" marL="4114800" algn="l">
              <a:lnSpc>
                <a:spcPct val="100000"/>
              </a:lnSpc>
              <a:spcBef>
                <a:spcPts val="1340"/>
              </a:spcBef>
              <a:spcAft>
                <a:spcPts val="0"/>
              </a:spcAft>
              <a:buClr>
                <a:srgbClr val="888888"/>
              </a:buClr>
              <a:buSzPts val="6700"/>
              <a:buNone/>
              <a:defRPr sz="6700">
                <a:solidFill>
                  <a:srgbClr val="888888"/>
                </a:solidFill>
              </a:defRPr>
            </a:lvl9pPr>
          </a:lstStyle>
          <a:p/>
        </p:txBody>
      </p:sp>
      <p:sp>
        <p:nvSpPr>
          <p:cNvPr id="34" name="Google Shape;34;p7"/>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 type="body"/>
          </p:nvPr>
        </p:nvSpPr>
        <p:spPr>
          <a:xfrm>
            <a:off x="10530843" y="36865560"/>
            <a:ext cx="94442400" cy="104279700"/>
          </a:xfrm>
          <a:prstGeom prst="rect">
            <a:avLst/>
          </a:prstGeom>
          <a:noFill/>
          <a:ln>
            <a:noFill/>
          </a:ln>
        </p:spPr>
        <p:txBody>
          <a:bodyPr anchorCtr="0" anchor="t" bIns="219450" lIns="438900" spcFirstLastPara="1" rIns="438900" wrap="square" tIns="219450">
            <a:normAutofit/>
          </a:bodyPr>
          <a:lstStyle>
            <a:lvl1pPr indent="-1079500" lvl="0" marL="457200" algn="l">
              <a:lnSpc>
                <a:spcPct val="100000"/>
              </a:lnSpc>
              <a:spcBef>
                <a:spcPts val="2680"/>
              </a:spcBef>
              <a:spcAft>
                <a:spcPts val="0"/>
              </a:spcAft>
              <a:buClr>
                <a:schemeClr val="dk1"/>
              </a:buClr>
              <a:buSzPts val="13400"/>
              <a:buChar char="•"/>
              <a:defRPr sz="13400"/>
            </a:lvl1pPr>
            <a:lvl2pPr indent="-958850" lvl="1" marL="914400" algn="l">
              <a:lnSpc>
                <a:spcPct val="100000"/>
              </a:lnSpc>
              <a:spcBef>
                <a:spcPts val="2300"/>
              </a:spcBef>
              <a:spcAft>
                <a:spcPts val="0"/>
              </a:spcAft>
              <a:buClr>
                <a:schemeClr val="dk1"/>
              </a:buClr>
              <a:buSzPts val="11500"/>
              <a:buChar char="–"/>
              <a:defRPr sz="11500"/>
            </a:lvl2pPr>
            <a:lvl3pPr indent="-838200" lvl="2" marL="1371600" algn="l">
              <a:lnSpc>
                <a:spcPct val="100000"/>
              </a:lnSpc>
              <a:spcBef>
                <a:spcPts val="1920"/>
              </a:spcBef>
              <a:spcAft>
                <a:spcPts val="0"/>
              </a:spcAft>
              <a:buClr>
                <a:schemeClr val="dk1"/>
              </a:buClr>
              <a:buSzPts val="9600"/>
              <a:buChar char="•"/>
              <a:defRPr sz="9600"/>
            </a:lvl3pPr>
            <a:lvl4pPr indent="-774700" lvl="3" marL="1828800" algn="l">
              <a:lnSpc>
                <a:spcPct val="100000"/>
              </a:lnSpc>
              <a:spcBef>
                <a:spcPts val="1720"/>
              </a:spcBef>
              <a:spcAft>
                <a:spcPts val="0"/>
              </a:spcAft>
              <a:buClr>
                <a:schemeClr val="dk1"/>
              </a:buClr>
              <a:buSzPts val="8600"/>
              <a:buChar char="–"/>
              <a:defRPr sz="8600"/>
            </a:lvl4pPr>
            <a:lvl5pPr indent="-774700" lvl="4" marL="2286000" algn="l">
              <a:lnSpc>
                <a:spcPct val="100000"/>
              </a:lnSpc>
              <a:spcBef>
                <a:spcPts val="1720"/>
              </a:spcBef>
              <a:spcAft>
                <a:spcPts val="0"/>
              </a:spcAft>
              <a:buClr>
                <a:schemeClr val="dk1"/>
              </a:buClr>
              <a:buSzPts val="8600"/>
              <a:buChar char="»"/>
              <a:defRPr sz="8600"/>
            </a:lvl5pPr>
            <a:lvl6pPr indent="-774700" lvl="5" marL="2743200" algn="l">
              <a:lnSpc>
                <a:spcPct val="100000"/>
              </a:lnSpc>
              <a:spcBef>
                <a:spcPts val="1720"/>
              </a:spcBef>
              <a:spcAft>
                <a:spcPts val="0"/>
              </a:spcAft>
              <a:buClr>
                <a:schemeClr val="dk1"/>
              </a:buClr>
              <a:buSzPts val="8600"/>
              <a:buChar char="•"/>
              <a:defRPr sz="8600"/>
            </a:lvl6pPr>
            <a:lvl7pPr indent="-774700" lvl="6" marL="3200400" algn="l">
              <a:lnSpc>
                <a:spcPct val="100000"/>
              </a:lnSpc>
              <a:spcBef>
                <a:spcPts val="1720"/>
              </a:spcBef>
              <a:spcAft>
                <a:spcPts val="0"/>
              </a:spcAft>
              <a:buClr>
                <a:schemeClr val="dk1"/>
              </a:buClr>
              <a:buSzPts val="8600"/>
              <a:buChar char="•"/>
              <a:defRPr sz="8600"/>
            </a:lvl7pPr>
            <a:lvl8pPr indent="-774700" lvl="7" marL="3657600" algn="l">
              <a:lnSpc>
                <a:spcPct val="100000"/>
              </a:lnSpc>
              <a:spcBef>
                <a:spcPts val="1720"/>
              </a:spcBef>
              <a:spcAft>
                <a:spcPts val="0"/>
              </a:spcAft>
              <a:buClr>
                <a:schemeClr val="dk1"/>
              </a:buClr>
              <a:buSzPts val="8600"/>
              <a:buChar char="•"/>
              <a:defRPr sz="8600"/>
            </a:lvl8pPr>
            <a:lvl9pPr indent="-774700" lvl="8" marL="4114800" algn="l">
              <a:lnSpc>
                <a:spcPct val="100000"/>
              </a:lnSpc>
              <a:spcBef>
                <a:spcPts val="1720"/>
              </a:spcBef>
              <a:spcAft>
                <a:spcPts val="0"/>
              </a:spcAft>
              <a:buClr>
                <a:schemeClr val="dk1"/>
              </a:buClr>
              <a:buSzPts val="8600"/>
              <a:buChar char="•"/>
              <a:defRPr sz="8600"/>
            </a:lvl9pPr>
          </a:lstStyle>
          <a:p/>
        </p:txBody>
      </p:sp>
      <p:sp>
        <p:nvSpPr>
          <p:cNvPr id="40" name="Google Shape;40;p8"/>
          <p:cNvSpPr txBox="1"/>
          <p:nvPr>
            <p:ph idx="2" type="body"/>
          </p:nvPr>
        </p:nvSpPr>
        <p:spPr>
          <a:xfrm>
            <a:off x="105704643" y="36865560"/>
            <a:ext cx="94442400" cy="104279700"/>
          </a:xfrm>
          <a:prstGeom prst="rect">
            <a:avLst/>
          </a:prstGeom>
          <a:noFill/>
          <a:ln>
            <a:noFill/>
          </a:ln>
        </p:spPr>
        <p:txBody>
          <a:bodyPr anchorCtr="0" anchor="t" bIns="219450" lIns="438900" spcFirstLastPara="1" rIns="438900" wrap="square" tIns="219450">
            <a:normAutofit/>
          </a:bodyPr>
          <a:lstStyle>
            <a:lvl1pPr indent="-1079500" lvl="0" marL="457200" algn="l">
              <a:lnSpc>
                <a:spcPct val="100000"/>
              </a:lnSpc>
              <a:spcBef>
                <a:spcPts val="2680"/>
              </a:spcBef>
              <a:spcAft>
                <a:spcPts val="0"/>
              </a:spcAft>
              <a:buClr>
                <a:schemeClr val="dk1"/>
              </a:buClr>
              <a:buSzPts val="13400"/>
              <a:buChar char="•"/>
              <a:defRPr sz="13400"/>
            </a:lvl1pPr>
            <a:lvl2pPr indent="-958850" lvl="1" marL="914400" algn="l">
              <a:lnSpc>
                <a:spcPct val="100000"/>
              </a:lnSpc>
              <a:spcBef>
                <a:spcPts val="2300"/>
              </a:spcBef>
              <a:spcAft>
                <a:spcPts val="0"/>
              </a:spcAft>
              <a:buClr>
                <a:schemeClr val="dk1"/>
              </a:buClr>
              <a:buSzPts val="11500"/>
              <a:buChar char="–"/>
              <a:defRPr sz="11500"/>
            </a:lvl2pPr>
            <a:lvl3pPr indent="-838200" lvl="2" marL="1371600" algn="l">
              <a:lnSpc>
                <a:spcPct val="100000"/>
              </a:lnSpc>
              <a:spcBef>
                <a:spcPts val="1920"/>
              </a:spcBef>
              <a:spcAft>
                <a:spcPts val="0"/>
              </a:spcAft>
              <a:buClr>
                <a:schemeClr val="dk1"/>
              </a:buClr>
              <a:buSzPts val="9600"/>
              <a:buChar char="•"/>
              <a:defRPr sz="9600"/>
            </a:lvl3pPr>
            <a:lvl4pPr indent="-774700" lvl="3" marL="1828800" algn="l">
              <a:lnSpc>
                <a:spcPct val="100000"/>
              </a:lnSpc>
              <a:spcBef>
                <a:spcPts val="1720"/>
              </a:spcBef>
              <a:spcAft>
                <a:spcPts val="0"/>
              </a:spcAft>
              <a:buClr>
                <a:schemeClr val="dk1"/>
              </a:buClr>
              <a:buSzPts val="8600"/>
              <a:buChar char="–"/>
              <a:defRPr sz="8600"/>
            </a:lvl4pPr>
            <a:lvl5pPr indent="-774700" lvl="4" marL="2286000" algn="l">
              <a:lnSpc>
                <a:spcPct val="100000"/>
              </a:lnSpc>
              <a:spcBef>
                <a:spcPts val="1720"/>
              </a:spcBef>
              <a:spcAft>
                <a:spcPts val="0"/>
              </a:spcAft>
              <a:buClr>
                <a:schemeClr val="dk1"/>
              </a:buClr>
              <a:buSzPts val="8600"/>
              <a:buChar char="»"/>
              <a:defRPr sz="8600"/>
            </a:lvl5pPr>
            <a:lvl6pPr indent="-774700" lvl="5" marL="2743200" algn="l">
              <a:lnSpc>
                <a:spcPct val="100000"/>
              </a:lnSpc>
              <a:spcBef>
                <a:spcPts val="1720"/>
              </a:spcBef>
              <a:spcAft>
                <a:spcPts val="0"/>
              </a:spcAft>
              <a:buClr>
                <a:schemeClr val="dk1"/>
              </a:buClr>
              <a:buSzPts val="8600"/>
              <a:buChar char="•"/>
              <a:defRPr sz="8600"/>
            </a:lvl6pPr>
            <a:lvl7pPr indent="-774700" lvl="6" marL="3200400" algn="l">
              <a:lnSpc>
                <a:spcPct val="100000"/>
              </a:lnSpc>
              <a:spcBef>
                <a:spcPts val="1720"/>
              </a:spcBef>
              <a:spcAft>
                <a:spcPts val="0"/>
              </a:spcAft>
              <a:buClr>
                <a:schemeClr val="dk1"/>
              </a:buClr>
              <a:buSzPts val="8600"/>
              <a:buChar char="•"/>
              <a:defRPr sz="8600"/>
            </a:lvl7pPr>
            <a:lvl8pPr indent="-774700" lvl="7" marL="3657600" algn="l">
              <a:lnSpc>
                <a:spcPct val="100000"/>
              </a:lnSpc>
              <a:spcBef>
                <a:spcPts val="1720"/>
              </a:spcBef>
              <a:spcAft>
                <a:spcPts val="0"/>
              </a:spcAft>
              <a:buClr>
                <a:schemeClr val="dk1"/>
              </a:buClr>
              <a:buSzPts val="8600"/>
              <a:buChar char="•"/>
              <a:defRPr sz="8600"/>
            </a:lvl8pPr>
            <a:lvl9pPr indent="-774700" lvl="8" marL="4114800" algn="l">
              <a:lnSpc>
                <a:spcPct val="100000"/>
              </a:lnSpc>
              <a:spcBef>
                <a:spcPts val="1720"/>
              </a:spcBef>
              <a:spcAft>
                <a:spcPts val="0"/>
              </a:spcAft>
              <a:buClr>
                <a:schemeClr val="dk1"/>
              </a:buClr>
              <a:buSzPts val="8600"/>
              <a:buChar char="•"/>
              <a:defRPr sz="8600"/>
            </a:lvl9pPr>
          </a:lstStyle>
          <a:p/>
        </p:txBody>
      </p:sp>
      <p:sp>
        <p:nvSpPr>
          <p:cNvPr id="41" name="Google Shape;41;p8"/>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8"/>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9"/>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211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9"/>
          <p:cNvSpPr txBox="1"/>
          <p:nvPr>
            <p:ph idx="1" type="body"/>
          </p:nvPr>
        </p:nvSpPr>
        <p:spPr>
          <a:xfrm>
            <a:off x="2194560" y="7368542"/>
            <a:ext cx="19392900" cy="3070800"/>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2300"/>
              </a:spcBef>
              <a:spcAft>
                <a:spcPts val="0"/>
              </a:spcAft>
              <a:buClr>
                <a:schemeClr val="dk1"/>
              </a:buClr>
              <a:buSzPts val="11500"/>
              <a:buNone/>
              <a:defRPr b="1" sz="11500"/>
            </a:lvl1pPr>
            <a:lvl2pPr indent="-228600" lvl="1" marL="914400" algn="l">
              <a:lnSpc>
                <a:spcPct val="100000"/>
              </a:lnSpc>
              <a:spcBef>
                <a:spcPts val="1920"/>
              </a:spcBef>
              <a:spcAft>
                <a:spcPts val="0"/>
              </a:spcAft>
              <a:buClr>
                <a:schemeClr val="dk1"/>
              </a:buClr>
              <a:buSzPts val="9600"/>
              <a:buNone/>
              <a:defRPr b="1" sz="9600"/>
            </a:lvl2pPr>
            <a:lvl3pPr indent="-228600" lvl="2" marL="1371600" algn="l">
              <a:lnSpc>
                <a:spcPct val="100000"/>
              </a:lnSpc>
              <a:spcBef>
                <a:spcPts val="1720"/>
              </a:spcBef>
              <a:spcAft>
                <a:spcPts val="0"/>
              </a:spcAft>
              <a:buClr>
                <a:schemeClr val="dk1"/>
              </a:buClr>
              <a:buSzPts val="8600"/>
              <a:buNone/>
              <a:defRPr b="1" sz="8600"/>
            </a:lvl3pPr>
            <a:lvl4pPr indent="-228600" lvl="3" marL="1828800" algn="l">
              <a:lnSpc>
                <a:spcPct val="100000"/>
              </a:lnSpc>
              <a:spcBef>
                <a:spcPts val="1540"/>
              </a:spcBef>
              <a:spcAft>
                <a:spcPts val="0"/>
              </a:spcAft>
              <a:buClr>
                <a:schemeClr val="dk1"/>
              </a:buClr>
              <a:buSzPts val="7700"/>
              <a:buNone/>
              <a:defRPr b="1" sz="7700"/>
            </a:lvl4pPr>
            <a:lvl5pPr indent="-228600" lvl="4" marL="2286000" algn="l">
              <a:lnSpc>
                <a:spcPct val="100000"/>
              </a:lnSpc>
              <a:spcBef>
                <a:spcPts val="1540"/>
              </a:spcBef>
              <a:spcAft>
                <a:spcPts val="0"/>
              </a:spcAft>
              <a:buClr>
                <a:schemeClr val="dk1"/>
              </a:buClr>
              <a:buSzPts val="7700"/>
              <a:buNone/>
              <a:defRPr b="1" sz="7700"/>
            </a:lvl5pPr>
            <a:lvl6pPr indent="-228600" lvl="5" marL="2743200" algn="l">
              <a:lnSpc>
                <a:spcPct val="100000"/>
              </a:lnSpc>
              <a:spcBef>
                <a:spcPts val="1540"/>
              </a:spcBef>
              <a:spcAft>
                <a:spcPts val="0"/>
              </a:spcAft>
              <a:buClr>
                <a:schemeClr val="dk1"/>
              </a:buClr>
              <a:buSzPts val="7700"/>
              <a:buNone/>
              <a:defRPr b="1" sz="7700"/>
            </a:lvl6pPr>
            <a:lvl7pPr indent="-228600" lvl="6" marL="3200400" algn="l">
              <a:lnSpc>
                <a:spcPct val="100000"/>
              </a:lnSpc>
              <a:spcBef>
                <a:spcPts val="1540"/>
              </a:spcBef>
              <a:spcAft>
                <a:spcPts val="0"/>
              </a:spcAft>
              <a:buClr>
                <a:schemeClr val="dk1"/>
              </a:buClr>
              <a:buSzPts val="7700"/>
              <a:buNone/>
              <a:defRPr b="1" sz="7700"/>
            </a:lvl7pPr>
            <a:lvl8pPr indent="-228600" lvl="7" marL="3657600" algn="l">
              <a:lnSpc>
                <a:spcPct val="100000"/>
              </a:lnSpc>
              <a:spcBef>
                <a:spcPts val="1540"/>
              </a:spcBef>
              <a:spcAft>
                <a:spcPts val="0"/>
              </a:spcAft>
              <a:buClr>
                <a:schemeClr val="dk1"/>
              </a:buClr>
              <a:buSzPts val="7700"/>
              <a:buNone/>
              <a:defRPr b="1" sz="7700"/>
            </a:lvl8pPr>
            <a:lvl9pPr indent="-228600" lvl="8" marL="4114800" algn="l">
              <a:lnSpc>
                <a:spcPct val="100000"/>
              </a:lnSpc>
              <a:spcBef>
                <a:spcPts val="1540"/>
              </a:spcBef>
              <a:spcAft>
                <a:spcPts val="0"/>
              </a:spcAft>
              <a:buClr>
                <a:schemeClr val="dk1"/>
              </a:buClr>
              <a:buSzPts val="7700"/>
              <a:buNone/>
              <a:defRPr b="1" sz="7700"/>
            </a:lvl9pPr>
          </a:lstStyle>
          <a:p/>
        </p:txBody>
      </p:sp>
      <p:sp>
        <p:nvSpPr>
          <p:cNvPr id="47" name="Google Shape;47;p9"/>
          <p:cNvSpPr txBox="1"/>
          <p:nvPr>
            <p:ph idx="2" type="body"/>
          </p:nvPr>
        </p:nvSpPr>
        <p:spPr>
          <a:xfrm>
            <a:off x="2194560" y="10439400"/>
            <a:ext cx="19392900" cy="18966300"/>
          </a:xfrm>
          <a:prstGeom prst="rect">
            <a:avLst/>
          </a:prstGeom>
          <a:noFill/>
          <a:ln>
            <a:noFill/>
          </a:ln>
        </p:spPr>
        <p:txBody>
          <a:bodyPr anchorCtr="0" anchor="t" bIns="219450" lIns="438900" spcFirstLastPara="1" rIns="438900" wrap="square" tIns="219450">
            <a:normAutofit/>
          </a:bodyPr>
          <a:lstStyle>
            <a:lvl1pPr indent="-958850" lvl="0" marL="457200" algn="l">
              <a:lnSpc>
                <a:spcPct val="100000"/>
              </a:lnSpc>
              <a:spcBef>
                <a:spcPts val="2300"/>
              </a:spcBef>
              <a:spcAft>
                <a:spcPts val="0"/>
              </a:spcAft>
              <a:buClr>
                <a:schemeClr val="dk1"/>
              </a:buClr>
              <a:buSzPts val="11500"/>
              <a:buChar char="•"/>
              <a:defRPr sz="11500"/>
            </a:lvl1pPr>
            <a:lvl2pPr indent="-838200" lvl="1" marL="914400" algn="l">
              <a:lnSpc>
                <a:spcPct val="100000"/>
              </a:lnSpc>
              <a:spcBef>
                <a:spcPts val="1920"/>
              </a:spcBef>
              <a:spcAft>
                <a:spcPts val="0"/>
              </a:spcAft>
              <a:buClr>
                <a:schemeClr val="dk1"/>
              </a:buClr>
              <a:buSzPts val="9600"/>
              <a:buChar char="–"/>
              <a:defRPr sz="9600"/>
            </a:lvl2pPr>
            <a:lvl3pPr indent="-774700" lvl="2" marL="1371600" algn="l">
              <a:lnSpc>
                <a:spcPct val="100000"/>
              </a:lnSpc>
              <a:spcBef>
                <a:spcPts val="1720"/>
              </a:spcBef>
              <a:spcAft>
                <a:spcPts val="0"/>
              </a:spcAft>
              <a:buClr>
                <a:schemeClr val="dk1"/>
              </a:buClr>
              <a:buSzPts val="8600"/>
              <a:buChar char="•"/>
              <a:defRPr sz="8600"/>
            </a:lvl3pPr>
            <a:lvl4pPr indent="-717550" lvl="3" marL="1828800" algn="l">
              <a:lnSpc>
                <a:spcPct val="100000"/>
              </a:lnSpc>
              <a:spcBef>
                <a:spcPts val="1540"/>
              </a:spcBef>
              <a:spcAft>
                <a:spcPts val="0"/>
              </a:spcAft>
              <a:buClr>
                <a:schemeClr val="dk1"/>
              </a:buClr>
              <a:buSzPts val="7700"/>
              <a:buChar char="–"/>
              <a:defRPr sz="7700"/>
            </a:lvl4pPr>
            <a:lvl5pPr indent="-717550" lvl="4" marL="2286000" algn="l">
              <a:lnSpc>
                <a:spcPct val="100000"/>
              </a:lnSpc>
              <a:spcBef>
                <a:spcPts val="1540"/>
              </a:spcBef>
              <a:spcAft>
                <a:spcPts val="0"/>
              </a:spcAft>
              <a:buClr>
                <a:schemeClr val="dk1"/>
              </a:buClr>
              <a:buSzPts val="7700"/>
              <a:buChar char="»"/>
              <a:defRPr sz="7700"/>
            </a:lvl5pPr>
            <a:lvl6pPr indent="-717550" lvl="5" marL="2743200" algn="l">
              <a:lnSpc>
                <a:spcPct val="100000"/>
              </a:lnSpc>
              <a:spcBef>
                <a:spcPts val="1540"/>
              </a:spcBef>
              <a:spcAft>
                <a:spcPts val="0"/>
              </a:spcAft>
              <a:buClr>
                <a:schemeClr val="dk1"/>
              </a:buClr>
              <a:buSzPts val="7700"/>
              <a:buChar char="•"/>
              <a:defRPr sz="7700"/>
            </a:lvl6pPr>
            <a:lvl7pPr indent="-717550" lvl="6" marL="3200400" algn="l">
              <a:lnSpc>
                <a:spcPct val="100000"/>
              </a:lnSpc>
              <a:spcBef>
                <a:spcPts val="1540"/>
              </a:spcBef>
              <a:spcAft>
                <a:spcPts val="0"/>
              </a:spcAft>
              <a:buClr>
                <a:schemeClr val="dk1"/>
              </a:buClr>
              <a:buSzPts val="7700"/>
              <a:buChar char="•"/>
              <a:defRPr sz="7700"/>
            </a:lvl7pPr>
            <a:lvl8pPr indent="-717550" lvl="7" marL="3657600" algn="l">
              <a:lnSpc>
                <a:spcPct val="100000"/>
              </a:lnSpc>
              <a:spcBef>
                <a:spcPts val="1540"/>
              </a:spcBef>
              <a:spcAft>
                <a:spcPts val="0"/>
              </a:spcAft>
              <a:buClr>
                <a:schemeClr val="dk1"/>
              </a:buClr>
              <a:buSzPts val="7700"/>
              <a:buChar char="•"/>
              <a:defRPr sz="7700"/>
            </a:lvl8pPr>
            <a:lvl9pPr indent="-717550" lvl="8" marL="4114800" algn="l">
              <a:lnSpc>
                <a:spcPct val="100000"/>
              </a:lnSpc>
              <a:spcBef>
                <a:spcPts val="1540"/>
              </a:spcBef>
              <a:spcAft>
                <a:spcPts val="0"/>
              </a:spcAft>
              <a:buClr>
                <a:schemeClr val="dk1"/>
              </a:buClr>
              <a:buSzPts val="7700"/>
              <a:buChar char="•"/>
              <a:defRPr sz="7700"/>
            </a:lvl9pPr>
          </a:lstStyle>
          <a:p/>
        </p:txBody>
      </p:sp>
      <p:sp>
        <p:nvSpPr>
          <p:cNvPr id="48" name="Google Shape;48;p9"/>
          <p:cNvSpPr txBox="1"/>
          <p:nvPr>
            <p:ph idx="3" type="body"/>
          </p:nvPr>
        </p:nvSpPr>
        <p:spPr>
          <a:xfrm>
            <a:off x="22296123" y="7368542"/>
            <a:ext cx="19400400" cy="3070800"/>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2300"/>
              </a:spcBef>
              <a:spcAft>
                <a:spcPts val="0"/>
              </a:spcAft>
              <a:buClr>
                <a:schemeClr val="dk1"/>
              </a:buClr>
              <a:buSzPts val="11500"/>
              <a:buNone/>
              <a:defRPr b="1" sz="11500"/>
            </a:lvl1pPr>
            <a:lvl2pPr indent="-228600" lvl="1" marL="914400" algn="l">
              <a:lnSpc>
                <a:spcPct val="100000"/>
              </a:lnSpc>
              <a:spcBef>
                <a:spcPts val="1920"/>
              </a:spcBef>
              <a:spcAft>
                <a:spcPts val="0"/>
              </a:spcAft>
              <a:buClr>
                <a:schemeClr val="dk1"/>
              </a:buClr>
              <a:buSzPts val="9600"/>
              <a:buNone/>
              <a:defRPr b="1" sz="9600"/>
            </a:lvl2pPr>
            <a:lvl3pPr indent="-228600" lvl="2" marL="1371600" algn="l">
              <a:lnSpc>
                <a:spcPct val="100000"/>
              </a:lnSpc>
              <a:spcBef>
                <a:spcPts val="1720"/>
              </a:spcBef>
              <a:spcAft>
                <a:spcPts val="0"/>
              </a:spcAft>
              <a:buClr>
                <a:schemeClr val="dk1"/>
              </a:buClr>
              <a:buSzPts val="8600"/>
              <a:buNone/>
              <a:defRPr b="1" sz="8600"/>
            </a:lvl3pPr>
            <a:lvl4pPr indent="-228600" lvl="3" marL="1828800" algn="l">
              <a:lnSpc>
                <a:spcPct val="100000"/>
              </a:lnSpc>
              <a:spcBef>
                <a:spcPts val="1540"/>
              </a:spcBef>
              <a:spcAft>
                <a:spcPts val="0"/>
              </a:spcAft>
              <a:buClr>
                <a:schemeClr val="dk1"/>
              </a:buClr>
              <a:buSzPts val="7700"/>
              <a:buNone/>
              <a:defRPr b="1" sz="7700"/>
            </a:lvl4pPr>
            <a:lvl5pPr indent="-228600" lvl="4" marL="2286000" algn="l">
              <a:lnSpc>
                <a:spcPct val="100000"/>
              </a:lnSpc>
              <a:spcBef>
                <a:spcPts val="1540"/>
              </a:spcBef>
              <a:spcAft>
                <a:spcPts val="0"/>
              </a:spcAft>
              <a:buClr>
                <a:schemeClr val="dk1"/>
              </a:buClr>
              <a:buSzPts val="7700"/>
              <a:buNone/>
              <a:defRPr b="1" sz="7700"/>
            </a:lvl5pPr>
            <a:lvl6pPr indent="-228600" lvl="5" marL="2743200" algn="l">
              <a:lnSpc>
                <a:spcPct val="100000"/>
              </a:lnSpc>
              <a:spcBef>
                <a:spcPts val="1540"/>
              </a:spcBef>
              <a:spcAft>
                <a:spcPts val="0"/>
              </a:spcAft>
              <a:buClr>
                <a:schemeClr val="dk1"/>
              </a:buClr>
              <a:buSzPts val="7700"/>
              <a:buNone/>
              <a:defRPr b="1" sz="7700"/>
            </a:lvl6pPr>
            <a:lvl7pPr indent="-228600" lvl="6" marL="3200400" algn="l">
              <a:lnSpc>
                <a:spcPct val="100000"/>
              </a:lnSpc>
              <a:spcBef>
                <a:spcPts val="1540"/>
              </a:spcBef>
              <a:spcAft>
                <a:spcPts val="0"/>
              </a:spcAft>
              <a:buClr>
                <a:schemeClr val="dk1"/>
              </a:buClr>
              <a:buSzPts val="7700"/>
              <a:buNone/>
              <a:defRPr b="1" sz="7700"/>
            </a:lvl7pPr>
            <a:lvl8pPr indent="-228600" lvl="7" marL="3657600" algn="l">
              <a:lnSpc>
                <a:spcPct val="100000"/>
              </a:lnSpc>
              <a:spcBef>
                <a:spcPts val="1540"/>
              </a:spcBef>
              <a:spcAft>
                <a:spcPts val="0"/>
              </a:spcAft>
              <a:buClr>
                <a:schemeClr val="dk1"/>
              </a:buClr>
              <a:buSzPts val="7700"/>
              <a:buNone/>
              <a:defRPr b="1" sz="7700"/>
            </a:lvl8pPr>
            <a:lvl9pPr indent="-228600" lvl="8" marL="4114800" algn="l">
              <a:lnSpc>
                <a:spcPct val="100000"/>
              </a:lnSpc>
              <a:spcBef>
                <a:spcPts val="1540"/>
              </a:spcBef>
              <a:spcAft>
                <a:spcPts val="0"/>
              </a:spcAft>
              <a:buClr>
                <a:schemeClr val="dk1"/>
              </a:buClr>
              <a:buSzPts val="7700"/>
              <a:buNone/>
              <a:defRPr b="1" sz="7700"/>
            </a:lvl9pPr>
          </a:lstStyle>
          <a:p/>
        </p:txBody>
      </p:sp>
      <p:sp>
        <p:nvSpPr>
          <p:cNvPr id="49" name="Google Shape;49;p9"/>
          <p:cNvSpPr txBox="1"/>
          <p:nvPr>
            <p:ph idx="4" type="body"/>
          </p:nvPr>
        </p:nvSpPr>
        <p:spPr>
          <a:xfrm>
            <a:off x="22296123" y="10439400"/>
            <a:ext cx="19400400" cy="18966300"/>
          </a:xfrm>
          <a:prstGeom prst="rect">
            <a:avLst/>
          </a:prstGeom>
          <a:noFill/>
          <a:ln>
            <a:noFill/>
          </a:ln>
        </p:spPr>
        <p:txBody>
          <a:bodyPr anchorCtr="0" anchor="t" bIns="219450" lIns="438900" spcFirstLastPara="1" rIns="438900" wrap="square" tIns="219450">
            <a:normAutofit/>
          </a:bodyPr>
          <a:lstStyle>
            <a:lvl1pPr indent="-958850" lvl="0" marL="457200" algn="l">
              <a:lnSpc>
                <a:spcPct val="100000"/>
              </a:lnSpc>
              <a:spcBef>
                <a:spcPts val="2300"/>
              </a:spcBef>
              <a:spcAft>
                <a:spcPts val="0"/>
              </a:spcAft>
              <a:buClr>
                <a:schemeClr val="dk1"/>
              </a:buClr>
              <a:buSzPts val="11500"/>
              <a:buChar char="•"/>
              <a:defRPr sz="11500"/>
            </a:lvl1pPr>
            <a:lvl2pPr indent="-838200" lvl="1" marL="914400" algn="l">
              <a:lnSpc>
                <a:spcPct val="100000"/>
              </a:lnSpc>
              <a:spcBef>
                <a:spcPts val="1920"/>
              </a:spcBef>
              <a:spcAft>
                <a:spcPts val="0"/>
              </a:spcAft>
              <a:buClr>
                <a:schemeClr val="dk1"/>
              </a:buClr>
              <a:buSzPts val="9600"/>
              <a:buChar char="–"/>
              <a:defRPr sz="9600"/>
            </a:lvl2pPr>
            <a:lvl3pPr indent="-774700" lvl="2" marL="1371600" algn="l">
              <a:lnSpc>
                <a:spcPct val="100000"/>
              </a:lnSpc>
              <a:spcBef>
                <a:spcPts val="1720"/>
              </a:spcBef>
              <a:spcAft>
                <a:spcPts val="0"/>
              </a:spcAft>
              <a:buClr>
                <a:schemeClr val="dk1"/>
              </a:buClr>
              <a:buSzPts val="8600"/>
              <a:buChar char="•"/>
              <a:defRPr sz="8600"/>
            </a:lvl3pPr>
            <a:lvl4pPr indent="-717550" lvl="3" marL="1828800" algn="l">
              <a:lnSpc>
                <a:spcPct val="100000"/>
              </a:lnSpc>
              <a:spcBef>
                <a:spcPts val="1540"/>
              </a:spcBef>
              <a:spcAft>
                <a:spcPts val="0"/>
              </a:spcAft>
              <a:buClr>
                <a:schemeClr val="dk1"/>
              </a:buClr>
              <a:buSzPts val="7700"/>
              <a:buChar char="–"/>
              <a:defRPr sz="7700"/>
            </a:lvl4pPr>
            <a:lvl5pPr indent="-717550" lvl="4" marL="2286000" algn="l">
              <a:lnSpc>
                <a:spcPct val="100000"/>
              </a:lnSpc>
              <a:spcBef>
                <a:spcPts val="1540"/>
              </a:spcBef>
              <a:spcAft>
                <a:spcPts val="0"/>
              </a:spcAft>
              <a:buClr>
                <a:schemeClr val="dk1"/>
              </a:buClr>
              <a:buSzPts val="7700"/>
              <a:buChar char="»"/>
              <a:defRPr sz="7700"/>
            </a:lvl5pPr>
            <a:lvl6pPr indent="-717550" lvl="5" marL="2743200" algn="l">
              <a:lnSpc>
                <a:spcPct val="100000"/>
              </a:lnSpc>
              <a:spcBef>
                <a:spcPts val="1540"/>
              </a:spcBef>
              <a:spcAft>
                <a:spcPts val="0"/>
              </a:spcAft>
              <a:buClr>
                <a:schemeClr val="dk1"/>
              </a:buClr>
              <a:buSzPts val="7700"/>
              <a:buChar char="•"/>
              <a:defRPr sz="7700"/>
            </a:lvl6pPr>
            <a:lvl7pPr indent="-717550" lvl="6" marL="3200400" algn="l">
              <a:lnSpc>
                <a:spcPct val="100000"/>
              </a:lnSpc>
              <a:spcBef>
                <a:spcPts val="1540"/>
              </a:spcBef>
              <a:spcAft>
                <a:spcPts val="0"/>
              </a:spcAft>
              <a:buClr>
                <a:schemeClr val="dk1"/>
              </a:buClr>
              <a:buSzPts val="7700"/>
              <a:buChar char="•"/>
              <a:defRPr sz="7700"/>
            </a:lvl7pPr>
            <a:lvl8pPr indent="-717550" lvl="7" marL="3657600" algn="l">
              <a:lnSpc>
                <a:spcPct val="100000"/>
              </a:lnSpc>
              <a:spcBef>
                <a:spcPts val="1540"/>
              </a:spcBef>
              <a:spcAft>
                <a:spcPts val="0"/>
              </a:spcAft>
              <a:buClr>
                <a:schemeClr val="dk1"/>
              </a:buClr>
              <a:buSzPts val="7700"/>
              <a:buChar char="•"/>
              <a:defRPr sz="7700"/>
            </a:lvl8pPr>
            <a:lvl9pPr indent="-717550" lvl="8" marL="4114800" algn="l">
              <a:lnSpc>
                <a:spcPct val="100000"/>
              </a:lnSpc>
              <a:spcBef>
                <a:spcPts val="1540"/>
              </a:spcBef>
              <a:spcAft>
                <a:spcPts val="0"/>
              </a:spcAft>
              <a:buClr>
                <a:schemeClr val="dk1"/>
              </a:buClr>
              <a:buSzPts val="7700"/>
              <a:buChar char="•"/>
              <a:defRPr sz="7700"/>
            </a:lvl9pPr>
          </a:lstStyle>
          <a:p/>
        </p:txBody>
      </p:sp>
      <p:sp>
        <p:nvSpPr>
          <p:cNvPr id="50" name="Google Shape;50;p9"/>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0"/>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0"/>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1"/>
          <p:cNvSpPr txBox="1"/>
          <p:nvPr>
            <p:ph type="title"/>
          </p:nvPr>
        </p:nvSpPr>
        <p:spPr>
          <a:xfrm>
            <a:off x="2194565" y="1310640"/>
            <a:ext cx="14439900" cy="5577900"/>
          </a:xfrm>
          <a:prstGeom prst="rect">
            <a:avLst/>
          </a:prstGeom>
          <a:noFill/>
          <a:ln>
            <a:noFill/>
          </a:ln>
        </p:spPr>
        <p:txBody>
          <a:bodyPr anchorCtr="0" anchor="b" bIns="219450" lIns="438900" spcFirstLastPara="1" rIns="438900" wrap="square" tIns="219450">
            <a:normAutofit/>
          </a:bodyPr>
          <a:lstStyle>
            <a:lvl1pPr lvl="0" algn="l">
              <a:lnSpc>
                <a:spcPct val="100000"/>
              </a:lnSpc>
              <a:spcBef>
                <a:spcPts val="0"/>
              </a:spcBef>
              <a:spcAft>
                <a:spcPts val="0"/>
              </a:spcAft>
              <a:buClr>
                <a:schemeClr val="dk1"/>
              </a:buClr>
              <a:buSzPts val="9600"/>
              <a:buFont typeface="Calibri"/>
              <a:buNone/>
              <a:defRPr b="1"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 type="body"/>
          </p:nvPr>
        </p:nvSpPr>
        <p:spPr>
          <a:xfrm>
            <a:off x="17160240" y="1310643"/>
            <a:ext cx="24536400" cy="28095000"/>
          </a:xfrm>
          <a:prstGeom prst="rect">
            <a:avLst/>
          </a:prstGeom>
          <a:noFill/>
          <a:ln>
            <a:noFill/>
          </a:ln>
        </p:spPr>
        <p:txBody>
          <a:bodyPr anchorCtr="0" anchor="t" bIns="219450" lIns="438900" spcFirstLastPara="1" rIns="438900" wrap="square" tIns="219450">
            <a:normAutofit/>
          </a:bodyPr>
          <a:lstStyle>
            <a:lvl1pPr indent="-1206500" lvl="0" marL="457200" algn="l">
              <a:lnSpc>
                <a:spcPct val="100000"/>
              </a:lnSpc>
              <a:spcBef>
                <a:spcPts val="3080"/>
              </a:spcBef>
              <a:spcAft>
                <a:spcPts val="0"/>
              </a:spcAft>
              <a:buClr>
                <a:schemeClr val="dk1"/>
              </a:buClr>
              <a:buSzPts val="15400"/>
              <a:buChar char="•"/>
              <a:defRPr sz="15400"/>
            </a:lvl1pPr>
            <a:lvl2pPr indent="-1079500" lvl="1" marL="914400" algn="l">
              <a:lnSpc>
                <a:spcPct val="100000"/>
              </a:lnSpc>
              <a:spcBef>
                <a:spcPts val="2680"/>
              </a:spcBef>
              <a:spcAft>
                <a:spcPts val="0"/>
              </a:spcAft>
              <a:buClr>
                <a:schemeClr val="dk1"/>
              </a:buClr>
              <a:buSzPts val="13400"/>
              <a:buChar char="–"/>
              <a:defRPr sz="13400"/>
            </a:lvl2pPr>
            <a:lvl3pPr indent="-958850" lvl="2" marL="1371600" algn="l">
              <a:lnSpc>
                <a:spcPct val="100000"/>
              </a:lnSpc>
              <a:spcBef>
                <a:spcPts val="2300"/>
              </a:spcBef>
              <a:spcAft>
                <a:spcPts val="0"/>
              </a:spcAft>
              <a:buClr>
                <a:schemeClr val="dk1"/>
              </a:buClr>
              <a:buSzPts val="11500"/>
              <a:buChar char="•"/>
              <a:defRPr sz="11500"/>
            </a:lvl3pPr>
            <a:lvl4pPr indent="-838200" lvl="3" marL="1828800" algn="l">
              <a:lnSpc>
                <a:spcPct val="100000"/>
              </a:lnSpc>
              <a:spcBef>
                <a:spcPts val="1920"/>
              </a:spcBef>
              <a:spcAft>
                <a:spcPts val="0"/>
              </a:spcAft>
              <a:buClr>
                <a:schemeClr val="dk1"/>
              </a:buClr>
              <a:buSzPts val="9600"/>
              <a:buChar char="–"/>
              <a:defRPr sz="9600"/>
            </a:lvl4pPr>
            <a:lvl5pPr indent="-838200" lvl="4" marL="2286000" algn="l">
              <a:lnSpc>
                <a:spcPct val="100000"/>
              </a:lnSpc>
              <a:spcBef>
                <a:spcPts val="1920"/>
              </a:spcBef>
              <a:spcAft>
                <a:spcPts val="0"/>
              </a:spcAft>
              <a:buClr>
                <a:schemeClr val="dk1"/>
              </a:buClr>
              <a:buSzPts val="9600"/>
              <a:buChar char="»"/>
              <a:defRPr sz="9600"/>
            </a:lvl5pPr>
            <a:lvl6pPr indent="-838200" lvl="5" marL="2743200" algn="l">
              <a:lnSpc>
                <a:spcPct val="100000"/>
              </a:lnSpc>
              <a:spcBef>
                <a:spcPts val="1920"/>
              </a:spcBef>
              <a:spcAft>
                <a:spcPts val="0"/>
              </a:spcAft>
              <a:buClr>
                <a:schemeClr val="dk1"/>
              </a:buClr>
              <a:buSzPts val="9600"/>
              <a:buChar char="•"/>
              <a:defRPr sz="9600"/>
            </a:lvl6pPr>
            <a:lvl7pPr indent="-838200" lvl="6" marL="3200400" algn="l">
              <a:lnSpc>
                <a:spcPct val="100000"/>
              </a:lnSpc>
              <a:spcBef>
                <a:spcPts val="1920"/>
              </a:spcBef>
              <a:spcAft>
                <a:spcPts val="0"/>
              </a:spcAft>
              <a:buClr>
                <a:schemeClr val="dk1"/>
              </a:buClr>
              <a:buSzPts val="9600"/>
              <a:buChar char="•"/>
              <a:defRPr sz="9600"/>
            </a:lvl7pPr>
            <a:lvl8pPr indent="-838200" lvl="7" marL="3657600" algn="l">
              <a:lnSpc>
                <a:spcPct val="100000"/>
              </a:lnSpc>
              <a:spcBef>
                <a:spcPts val="1920"/>
              </a:spcBef>
              <a:spcAft>
                <a:spcPts val="0"/>
              </a:spcAft>
              <a:buClr>
                <a:schemeClr val="dk1"/>
              </a:buClr>
              <a:buSzPts val="9600"/>
              <a:buChar char="•"/>
              <a:defRPr sz="9600"/>
            </a:lvl8pPr>
            <a:lvl9pPr indent="-838200" lvl="8" marL="4114800" algn="l">
              <a:lnSpc>
                <a:spcPct val="100000"/>
              </a:lnSpc>
              <a:spcBef>
                <a:spcPts val="1920"/>
              </a:spcBef>
              <a:spcAft>
                <a:spcPts val="0"/>
              </a:spcAft>
              <a:buClr>
                <a:schemeClr val="dk1"/>
              </a:buClr>
              <a:buSzPts val="9600"/>
              <a:buChar char="•"/>
              <a:defRPr sz="9600"/>
            </a:lvl9pPr>
          </a:lstStyle>
          <a:p/>
        </p:txBody>
      </p:sp>
      <p:sp>
        <p:nvSpPr>
          <p:cNvPr id="61" name="Google Shape;61;p11"/>
          <p:cNvSpPr txBox="1"/>
          <p:nvPr>
            <p:ph idx="2" type="body"/>
          </p:nvPr>
        </p:nvSpPr>
        <p:spPr>
          <a:xfrm>
            <a:off x="2194565" y="6888483"/>
            <a:ext cx="14439900" cy="22517100"/>
          </a:xfrm>
          <a:prstGeom prst="rect">
            <a:avLst/>
          </a:prstGeom>
          <a:noFill/>
          <a:ln>
            <a:noFill/>
          </a:ln>
        </p:spPr>
        <p:txBody>
          <a:bodyPr anchorCtr="0" anchor="t" bIns="219450" lIns="438900" spcFirstLastPara="1" rIns="438900" wrap="square" tIns="219450">
            <a:normAutofit/>
          </a:bodyPr>
          <a:lstStyle>
            <a:lvl1pPr indent="-228600" lvl="0" marL="457200" algn="l">
              <a:lnSpc>
                <a:spcPct val="100000"/>
              </a:lnSpc>
              <a:spcBef>
                <a:spcPts val="1340"/>
              </a:spcBef>
              <a:spcAft>
                <a:spcPts val="0"/>
              </a:spcAft>
              <a:buClr>
                <a:schemeClr val="dk1"/>
              </a:buClr>
              <a:buSzPts val="6700"/>
              <a:buNone/>
              <a:defRPr sz="6700"/>
            </a:lvl1pPr>
            <a:lvl2pPr indent="-228600" lvl="1" marL="914400" algn="l">
              <a:lnSpc>
                <a:spcPct val="100000"/>
              </a:lnSpc>
              <a:spcBef>
                <a:spcPts val="1160"/>
              </a:spcBef>
              <a:spcAft>
                <a:spcPts val="0"/>
              </a:spcAft>
              <a:buClr>
                <a:schemeClr val="dk1"/>
              </a:buClr>
              <a:buSzPts val="5800"/>
              <a:buNone/>
              <a:defRPr sz="5800"/>
            </a:lvl2pPr>
            <a:lvl3pPr indent="-228600" lvl="2" marL="1371600" algn="l">
              <a:lnSpc>
                <a:spcPct val="100000"/>
              </a:lnSpc>
              <a:spcBef>
                <a:spcPts val="960"/>
              </a:spcBef>
              <a:spcAft>
                <a:spcPts val="0"/>
              </a:spcAft>
              <a:buClr>
                <a:schemeClr val="dk1"/>
              </a:buClr>
              <a:buSzPts val="4800"/>
              <a:buNone/>
              <a:defRPr sz="4800"/>
            </a:lvl3pPr>
            <a:lvl4pPr indent="-228600" lvl="3" marL="1828800" algn="l">
              <a:lnSpc>
                <a:spcPct val="100000"/>
              </a:lnSpc>
              <a:spcBef>
                <a:spcPts val="860"/>
              </a:spcBef>
              <a:spcAft>
                <a:spcPts val="0"/>
              </a:spcAft>
              <a:buClr>
                <a:schemeClr val="dk1"/>
              </a:buClr>
              <a:buSzPts val="4300"/>
              <a:buNone/>
              <a:defRPr sz="4300"/>
            </a:lvl4pPr>
            <a:lvl5pPr indent="-228600" lvl="4" marL="2286000" algn="l">
              <a:lnSpc>
                <a:spcPct val="100000"/>
              </a:lnSpc>
              <a:spcBef>
                <a:spcPts val="860"/>
              </a:spcBef>
              <a:spcAft>
                <a:spcPts val="0"/>
              </a:spcAft>
              <a:buClr>
                <a:schemeClr val="dk1"/>
              </a:buClr>
              <a:buSzPts val="4300"/>
              <a:buNone/>
              <a:defRPr sz="4300"/>
            </a:lvl5pPr>
            <a:lvl6pPr indent="-228600" lvl="5" marL="2743200" algn="l">
              <a:lnSpc>
                <a:spcPct val="100000"/>
              </a:lnSpc>
              <a:spcBef>
                <a:spcPts val="860"/>
              </a:spcBef>
              <a:spcAft>
                <a:spcPts val="0"/>
              </a:spcAft>
              <a:buClr>
                <a:schemeClr val="dk1"/>
              </a:buClr>
              <a:buSzPts val="4300"/>
              <a:buNone/>
              <a:defRPr sz="4300"/>
            </a:lvl6pPr>
            <a:lvl7pPr indent="-228600" lvl="6" marL="3200400" algn="l">
              <a:lnSpc>
                <a:spcPct val="100000"/>
              </a:lnSpc>
              <a:spcBef>
                <a:spcPts val="860"/>
              </a:spcBef>
              <a:spcAft>
                <a:spcPts val="0"/>
              </a:spcAft>
              <a:buClr>
                <a:schemeClr val="dk1"/>
              </a:buClr>
              <a:buSzPts val="4300"/>
              <a:buNone/>
              <a:defRPr sz="4300"/>
            </a:lvl7pPr>
            <a:lvl8pPr indent="-228600" lvl="7" marL="3657600" algn="l">
              <a:lnSpc>
                <a:spcPct val="100000"/>
              </a:lnSpc>
              <a:spcBef>
                <a:spcPts val="860"/>
              </a:spcBef>
              <a:spcAft>
                <a:spcPts val="0"/>
              </a:spcAft>
              <a:buClr>
                <a:schemeClr val="dk1"/>
              </a:buClr>
              <a:buSzPts val="4300"/>
              <a:buNone/>
              <a:defRPr sz="4300"/>
            </a:lvl8pPr>
            <a:lvl9pPr indent="-228600" lvl="8" marL="4114800" algn="l">
              <a:lnSpc>
                <a:spcPct val="100000"/>
              </a:lnSpc>
              <a:spcBef>
                <a:spcPts val="860"/>
              </a:spcBef>
              <a:spcAft>
                <a:spcPts val="0"/>
              </a:spcAft>
              <a:buClr>
                <a:schemeClr val="dk1"/>
              </a:buClr>
              <a:buSzPts val="4300"/>
              <a:buNone/>
              <a:defRPr sz="4300"/>
            </a:lvl9pPr>
          </a:lstStyle>
          <a:p/>
        </p:txBody>
      </p:sp>
      <p:sp>
        <p:nvSpPr>
          <p:cNvPr id="62" name="Google Shape;62;p11"/>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2"/>
          <p:cNvSpPr txBox="1"/>
          <p:nvPr>
            <p:ph type="title"/>
          </p:nvPr>
        </p:nvSpPr>
        <p:spPr>
          <a:xfrm>
            <a:off x="8602981" y="23042880"/>
            <a:ext cx="26334600" cy="2720400"/>
          </a:xfrm>
          <a:prstGeom prst="rect">
            <a:avLst/>
          </a:prstGeom>
          <a:noFill/>
          <a:ln>
            <a:noFill/>
          </a:ln>
        </p:spPr>
        <p:txBody>
          <a:bodyPr anchorCtr="0" anchor="b" bIns="219450" lIns="438900" spcFirstLastPara="1" rIns="438900" wrap="square" tIns="219450">
            <a:normAutofit/>
          </a:bodyPr>
          <a:lstStyle>
            <a:lvl1pPr lvl="0" algn="l">
              <a:lnSpc>
                <a:spcPct val="100000"/>
              </a:lnSpc>
              <a:spcBef>
                <a:spcPts val="0"/>
              </a:spcBef>
              <a:spcAft>
                <a:spcPts val="0"/>
              </a:spcAft>
              <a:buClr>
                <a:schemeClr val="dk1"/>
              </a:buClr>
              <a:buSzPts val="9600"/>
              <a:buFont typeface="Calibri"/>
              <a:buNone/>
              <a:defRPr b="1"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2"/>
          <p:cNvSpPr/>
          <p:nvPr>
            <p:ph idx="2" type="pic"/>
          </p:nvPr>
        </p:nvSpPr>
        <p:spPr>
          <a:xfrm>
            <a:off x="8602981" y="2941320"/>
            <a:ext cx="26334600" cy="19751100"/>
          </a:xfrm>
          <a:prstGeom prst="rect">
            <a:avLst/>
          </a:prstGeom>
          <a:noFill/>
          <a:ln>
            <a:noFill/>
          </a:ln>
        </p:spPr>
      </p:sp>
      <p:sp>
        <p:nvSpPr>
          <p:cNvPr id="68" name="Google Shape;68;p12"/>
          <p:cNvSpPr txBox="1"/>
          <p:nvPr>
            <p:ph idx="1" type="body"/>
          </p:nvPr>
        </p:nvSpPr>
        <p:spPr>
          <a:xfrm>
            <a:off x="8602981" y="25763222"/>
            <a:ext cx="26334600" cy="3863400"/>
          </a:xfrm>
          <a:prstGeom prst="rect">
            <a:avLst/>
          </a:prstGeom>
          <a:noFill/>
          <a:ln>
            <a:noFill/>
          </a:ln>
        </p:spPr>
        <p:txBody>
          <a:bodyPr anchorCtr="0" anchor="t" bIns="219450" lIns="438900" spcFirstLastPara="1" rIns="438900" wrap="square" tIns="219450">
            <a:normAutofit/>
          </a:bodyPr>
          <a:lstStyle>
            <a:lvl1pPr indent="-228600" lvl="0" marL="457200" algn="l">
              <a:lnSpc>
                <a:spcPct val="100000"/>
              </a:lnSpc>
              <a:spcBef>
                <a:spcPts val="1340"/>
              </a:spcBef>
              <a:spcAft>
                <a:spcPts val="0"/>
              </a:spcAft>
              <a:buClr>
                <a:schemeClr val="dk1"/>
              </a:buClr>
              <a:buSzPts val="6700"/>
              <a:buNone/>
              <a:defRPr sz="6700"/>
            </a:lvl1pPr>
            <a:lvl2pPr indent="-228600" lvl="1" marL="914400" algn="l">
              <a:lnSpc>
                <a:spcPct val="100000"/>
              </a:lnSpc>
              <a:spcBef>
                <a:spcPts val="1160"/>
              </a:spcBef>
              <a:spcAft>
                <a:spcPts val="0"/>
              </a:spcAft>
              <a:buClr>
                <a:schemeClr val="dk1"/>
              </a:buClr>
              <a:buSzPts val="5800"/>
              <a:buNone/>
              <a:defRPr sz="5800"/>
            </a:lvl2pPr>
            <a:lvl3pPr indent="-228600" lvl="2" marL="1371600" algn="l">
              <a:lnSpc>
                <a:spcPct val="100000"/>
              </a:lnSpc>
              <a:spcBef>
                <a:spcPts val="960"/>
              </a:spcBef>
              <a:spcAft>
                <a:spcPts val="0"/>
              </a:spcAft>
              <a:buClr>
                <a:schemeClr val="dk1"/>
              </a:buClr>
              <a:buSzPts val="4800"/>
              <a:buNone/>
              <a:defRPr sz="4800"/>
            </a:lvl3pPr>
            <a:lvl4pPr indent="-228600" lvl="3" marL="1828800" algn="l">
              <a:lnSpc>
                <a:spcPct val="100000"/>
              </a:lnSpc>
              <a:spcBef>
                <a:spcPts val="860"/>
              </a:spcBef>
              <a:spcAft>
                <a:spcPts val="0"/>
              </a:spcAft>
              <a:buClr>
                <a:schemeClr val="dk1"/>
              </a:buClr>
              <a:buSzPts val="4300"/>
              <a:buNone/>
              <a:defRPr sz="4300"/>
            </a:lvl4pPr>
            <a:lvl5pPr indent="-228600" lvl="4" marL="2286000" algn="l">
              <a:lnSpc>
                <a:spcPct val="100000"/>
              </a:lnSpc>
              <a:spcBef>
                <a:spcPts val="860"/>
              </a:spcBef>
              <a:spcAft>
                <a:spcPts val="0"/>
              </a:spcAft>
              <a:buClr>
                <a:schemeClr val="dk1"/>
              </a:buClr>
              <a:buSzPts val="4300"/>
              <a:buNone/>
              <a:defRPr sz="4300"/>
            </a:lvl5pPr>
            <a:lvl6pPr indent="-228600" lvl="5" marL="2743200" algn="l">
              <a:lnSpc>
                <a:spcPct val="100000"/>
              </a:lnSpc>
              <a:spcBef>
                <a:spcPts val="860"/>
              </a:spcBef>
              <a:spcAft>
                <a:spcPts val="0"/>
              </a:spcAft>
              <a:buClr>
                <a:schemeClr val="dk1"/>
              </a:buClr>
              <a:buSzPts val="4300"/>
              <a:buNone/>
              <a:defRPr sz="4300"/>
            </a:lvl6pPr>
            <a:lvl7pPr indent="-228600" lvl="6" marL="3200400" algn="l">
              <a:lnSpc>
                <a:spcPct val="100000"/>
              </a:lnSpc>
              <a:spcBef>
                <a:spcPts val="860"/>
              </a:spcBef>
              <a:spcAft>
                <a:spcPts val="0"/>
              </a:spcAft>
              <a:buClr>
                <a:schemeClr val="dk1"/>
              </a:buClr>
              <a:buSzPts val="4300"/>
              <a:buNone/>
              <a:defRPr sz="4300"/>
            </a:lvl7pPr>
            <a:lvl8pPr indent="-228600" lvl="7" marL="3657600" algn="l">
              <a:lnSpc>
                <a:spcPct val="100000"/>
              </a:lnSpc>
              <a:spcBef>
                <a:spcPts val="860"/>
              </a:spcBef>
              <a:spcAft>
                <a:spcPts val="0"/>
              </a:spcAft>
              <a:buClr>
                <a:schemeClr val="dk1"/>
              </a:buClr>
              <a:buSzPts val="4300"/>
              <a:buNone/>
              <a:defRPr sz="4300"/>
            </a:lvl8pPr>
            <a:lvl9pPr indent="-228600" lvl="8" marL="4114800" algn="l">
              <a:lnSpc>
                <a:spcPct val="100000"/>
              </a:lnSpc>
              <a:spcBef>
                <a:spcPts val="860"/>
              </a:spcBef>
              <a:spcAft>
                <a:spcPts val="0"/>
              </a:spcAft>
              <a:buClr>
                <a:schemeClr val="dk1"/>
              </a:buClr>
              <a:buSzPts val="4300"/>
              <a:buNone/>
              <a:defRPr sz="4300"/>
            </a:lvl9pPr>
          </a:lstStyle>
          <a:p/>
        </p:txBody>
      </p:sp>
      <p:sp>
        <p:nvSpPr>
          <p:cNvPr id="69" name="Google Shape;69;p12"/>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3"/>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3"/>
          <p:cNvSpPr txBox="1"/>
          <p:nvPr>
            <p:ph idx="1" type="body"/>
          </p:nvPr>
        </p:nvSpPr>
        <p:spPr>
          <a:xfrm rot="5400000">
            <a:off x="11083290" y="-1207887"/>
            <a:ext cx="21724500" cy="39502200"/>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3"/>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4"/>
          <p:cNvSpPr txBox="1"/>
          <p:nvPr>
            <p:ph type="title"/>
          </p:nvPr>
        </p:nvSpPr>
        <p:spPr>
          <a:xfrm rot="5400000">
            <a:off x="109034675" y="50032950"/>
            <a:ext cx="134820600" cy="47403900"/>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
          <p:cNvSpPr txBox="1"/>
          <p:nvPr>
            <p:ph idx="1" type="body"/>
          </p:nvPr>
        </p:nvSpPr>
        <p:spPr>
          <a:xfrm rot="5400000">
            <a:off x="13860786" y="2994600"/>
            <a:ext cx="134820600" cy="141480600"/>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4"/>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D9B76"/>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lvl1pPr lvl="0" marR="0" rtl="0" algn="ctr">
              <a:lnSpc>
                <a:spcPct val="100000"/>
              </a:lnSpc>
              <a:spcBef>
                <a:spcPts val="0"/>
              </a:spcBef>
              <a:spcAft>
                <a:spcPts val="0"/>
              </a:spcAft>
              <a:buClr>
                <a:schemeClr val="dk1"/>
              </a:buClr>
              <a:buSzPts val="21100"/>
              <a:buFont typeface="Calibri"/>
              <a:buNone/>
              <a:defRPr b="0" i="0" sz="21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2194560" y="7680963"/>
            <a:ext cx="39502200" cy="21724500"/>
          </a:xfrm>
          <a:prstGeom prst="rect">
            <a:avLst/>
          </a:prstGeom>
          <a:noFill/>
          <a:ln>
            <a:noFill/>
          </a:ln>
        </p:spPr>
        <p:txBody>
          <a:bodyPr anchorCtr="0" anchor="t" bIns="219450" lIns="438900" spcFirstLastPara="1" rIns="438900" wrap="square" tIns="219450">
            <a:normAutofit/>
          </a:bodyPr>
          <a:lstStyle>
            <a:lvl1pPr indent="-1206500" lvl="0" marL="457200" marR="0" rtl="0" algn="l">
              <a:lnSpc>
                <a:spcPct val="100000"/>
              </a:lnSpc>
              <a:spcBef>
                <a:spcPts val="3080"/>
              </a:spcBef>
              <a:spcAft>
                <a:spcPts val="0"/>
              </a:spcAft>
              <a:buClr>
                <a:schemeClr val="dk1"/>
              </a:buClr>
              <a:buSzPts val="15400"/>
              <a:buFont typeface="Arial"/>
              <a:buChar char="•"/>
              <a:defRPr b="0" i="0" sz="15400" u="none" cap="none" strike="noStrike">
                <a:solidFill>
                  <a:schemeClr val="dk1"/>
                </a:solidFill>
                <a:latin typeface="Calibri"/>
                <a:ea typeface="Calibri"/>
                <a:cs typeface="Calibri"/>
                <a:sym typeface="Calibri"/>
              </a:defRPr>
            </a:lvl1pPr>
            <a:lvl2pPr indent="-1079500" lvl="1" marL="914400" marR="0" rtl="0" algn="l">
              <a:lnSpc>
                <a:spcPct val="100000"/>
              </a:lnSpc>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58850" lvl="2" marL="1371600" marR="0" rtl="0" algn="l">
              <a:lnSpc>
                <a:spcPct val="100000"/>
              </a:lnSpc>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3pPr>
            <a:lvl4pPr indent="-838200" lvl="3" marL="18288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lnSpc>
                <a:spcPct val="100000"/>
              </a:lnSpc>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 name="Google Shape;12;p3"/>
          <p:cNvSpPr txBox="1"/>
          <p:nvPr>
            <p:ph idx="10" type="dt"/>
          </p:nvPr>
        </p:nvSpPr>
        <p:spPr>
          <a:xfrm>
            <a:off x="2194560" y="30510482"/>
            <a:ext cx="10241400" cy="1752600"/>
          </a:xfrm>
          <a:prstGeom prst="rect">
            <a:avLst/>
          </a:prstGeom>
          <a:noFill/>
          <a:ln>
            <a:noFill/>
          </a:ln>
        </p:spPr>
        <p:txBody>
          <a:bodyPr anchorCtr="0" anchor="ctr" bIns="219450" lIns="438900" spcFirstLastPara="1" rIns="438900" wrap="square" tIns="219450">
            <a:noAutofit/>
          </a:bodyPr>
          <a:lstStyle>
            <a:lvl1pPr lvl="0" marR="0" rtl="0" algn="l">
              <a:lnSpc>
                <a:spcPct val="100000"/>
              </a:lnSpc>
              <a:spcBef>
                <a:spcPts val="0"/>
              </a:spcBef>
              <a:spcAft>
                <a:spcPts val="0"/>
              </a:spcAft>
              <a:buClr>
                <a:srgbClr val="000000"/>
              </a:buClr>
              <a:buSzPts val="1400"/>
              <a:buFont typeface="Arial"/>
              <a:buNone/>
              <a:defRPr b="0" i="0" sz="5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9pPr>
          </a:lstStyle>
          <a:p/>
        </p:txBody>
      </p:sp>
      <p:sp>
        <p:nvSpPr>
          <p:cNvPr id="13" name="Google Shape;13;p3"/>
          <p:cNvSpPr txBox="1"/>
          <p:nvPr>
            <p:ph idx="11" type="ftr"/>
          </p:nvPr>
        </p:nvSpPr>
        <p:spPr>
          <a:xfrm>
            <a:off x="14996160" y="30510482"/>
            <a:ext cx="13899000" cy="1752600"/>
          </a:xfrm>
          <a:prstGeom prst="rect">
            <a:avLst/>
          </a:prstGeom>
          <a:noFill/>
          <a:ln>
            <a:noFill/>
          </a:ln>
        </p:spPr>
        <p:txBody>
          <a:bodyPr anchorCtr="0" anchor="ctr" bIns="219450" lIns="438900" spcFirstLastPara="1" rIns="438900" wrap="square" tIns="219450">
            <a:noAutofit/>
          </a:bodyPr>
          <a:lstStyle>
            <a:lvl1pPr lvl="0" marR="0" rtl="0" algn="ctr">
              <a:lnSpc>
                <a:spcPct val="100000"/>
              </a:lnSpc>
              <a:spcBef>
                <a:spcPts val="0"/>
              </a:spcBef>
              <a:spcAft>
                <a:spcPts val="0"/>
              </a:spcAft>
              <a:buClr>
                <a:srgbClr val="000000"/>
              </a:buClr>
              <a:buSzPts val="1400"/>
              <a:buFont typeface="Arial"/>
              <a:buNone/>
              <a:defRPr b="0" i="0" sz="5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00"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31455360" y="30510482"/>
            <a:ext cx="10241400" cy="1752600"/>
          </a:xfrm>
          <a:prstGeom prst="rect">
            <a:avLst/>
          </a:prstGeom>
          <a:noFill/>
          <a:ln>
            <a:noFill/>
          </a:ln>
        </p:spPr>
        <p:txBody>
          <a:bodyPr anchorCtr="0" anchor="ctr" bIns="219450" lIns="438900" spcFirstLastPara="1" rIns="438900" wrap="square" tIns="219450">
            <a:noAutofit/>
          </a:bodyPr>
          <a:lstStyle>
            <a:lvl1pPr indent="0" lvl="0"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5800"/>
              <a:buFont typeface="Arial"/>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i.org/10.3758/s13428-011-0146-0" TargetMode="External"/><Relationship Id="rId4" Type="http://schemas.openxmlformats.org/officeDocument/2006/relationships/hyperlink" Target="https://doi.org/10.3758/s13428-011-0146-0" TargetMode="External"/><Relationship Id="rId5" Type="http://schemas.openxmlformats.org/officeDocument/2006/relationships/hyperlink" Target="https://data.census.gov/table/ACSDP5Y2022.DP02?=&amp;hidePreview=true" TargetMode="External"/><Relationship Id="rId6" Type="http://schemas.openxmlformats.org/officeDocument/2006/relationships/hyperlink" Target="https://data.census.gov/table/ACSDP5Y2022.DP02?=&amp;hidePreview=true" TargetMode="External"/><Relationship Id="rId7" Type="http://schemas.openxmlformats.org/officeDocument/2006/relationships/hyperlink" Target="https://doi.org/10.3758/s13428-023-02151-z" TargetMode="External"/><Relationship Id="rId8" Type="http://schemas.openxmlformats.org/officeDocument/2006/relationships/hyperlink" Target="https://doi.org/10.3758/s13428-023-02151-z"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g2af3572afbb_0_27"/>
          <p:cNvGrpSpPr/>
          <p:nvPr/>
        </p:nvGrpSpPr>
        <p:grpSpPr>
          <a:xfrm>
            <a:off x="927100" y="596900"/>
            <a:ext cx="42062400" cy="3436800"/>
            <a:chOff x="927100" y="596900"/>
            <a:chExt cx="42062400" cy="3436800"/>
          </a:xfrm>
        </p:grpSpPr>
        <p:sp>
          <p:nvSpPr>
            <p:cNvPr id="90" name="Google Shape;90;g2af3572afbb_0_27"/>
            <p:cNvSpPr/>
            <p:nvPr/>
          </p:nvSpPr>
          <p:spPr>
            <a:xfrm>
              <a:off x="927100" y="596900"/>
              <a:ext cx="42062400" cy="3436800"/>
            </a:xfrm>
            <a:prstGeom prst="rect">
              <a:avLst/>
            </a:prstGeom>
            <a:solidFill>
              <a:srgbClr val="F6F6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1" name="Google Shape;91;g2af3572afbb_0_27"/>
            <p:cNvSpPr txBox="1"/>
            <p:nvPr/>
          </p:nvSpPr>
          <p:spPr>
            <a:xfrm>
              <a:off x="5657850" y="1104500"/>
              <a:ext cx="32575500" cy="2693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500"/>
                <a:buFont typeface="Arial"/>
                <a:buNone/>
              </a:pPr>
              <a:r>
                <a:rPr b="1" i="0" lang="en-US" sz="7500" u="none" cap="none" strike="noStrike">
                  <a:solidFill>
                    <a:schemeClr val="dk1"/>
                  </a:solidFill>
                  <a:latin typeface="Calibri"/>
                  <a:ea typeface="Calibri"/>
                  <a:cs typeface="Calibri"/>
                  <a:sym typeface="Calibri"/>
                </a:rPr>
                <a:t>The Effects of Lexical Proficiency in Bilinguals' Personality Test Results </a:t>
              </a:r>
              <a:endParaRPr b="0" i="0" sz="75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alibri"/>
                  <a:ea typeface="Calibri"/>
                  <a:cs typeface="Calibri"/>
                  <a:sym typeface="Calibri"/>
                </a:rPr>
                <a:t>Wenlan Pan¹ &amp; Jonah Cox²</a:t>
              </a:r>
              <a:endParaRPr b="0" i="0" sz="3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0" i="1" lang="en-US" sz="3600" u="none" cap="none" strike="noStrike">
                  <a:solidFill>
                    <a:schemeClr val="dk1"/>
                  </a:solidFill>
                  <a:latin typeface="Calibri"/>
                  <a:ea typeface="Calibri"/>
                  <a:cs typeface="Calibri"/>
                  <a:sym typeface="Calibri"/>
                </a:rPr>
                <a:t>¹Johns Hopkins University, ²University of California, Davis</a:t>
              </a:r>
              <a:endParaRPr b="0" i="1" sz="3600" u="none" cap="none" strike="noStrike">
                <a:solidFill>
                  <a:schemeClr val="dk1"/>
                </a:solidFill>
                <a:latin typeface="Calibri"/>
                <a:ea typeface="Calibri"/>
                <a:cs typeface="Calibri"/>
                <a:sym typeface="Calibri"/>
              </a:endParaRPr>
            </a:p>
          </p:txBody>
        </p:sp>
        <p:pic>
          <p:nvPicPr>
            <p:cNvPr id="92" name="Google Shape;92;g2af3572afbb_0_27"/>
            <p:cNvPicPr preferRelativeResize="0"/>
            <p:nvPr/>
          </p:nvPicPr>
          <p:blipFill rotWithShape="1">
            <a:blip r:embed="rId3">
              <a:alphaModFix/>
            </a:blip>
            <a:srcRect b="0" l="0" r="0" t="0"/>
            <a:stretch/>
          </p:blipFill>
          <p:spPr>
            <a:xfrm>
              <a:off x="1734225" y="1324775"/>
              <a:ext cx="5078700" cy="2031475"/>
            </a:xfrm>
            <a:prstGeom prst="rect">
              <a:avLst/>
            </a:prstGeom>
            <a:noFill/>
            <a:ln>
              <a:noFill/>
            </a:ln>
          </p:spPr>
        </p:pic>
        <p:pic>
          <p:nvPicPr>
            <p:cNvPr id="93" name="Google Shape;93;g2af3572afbb_0_27"/>
            <p:cNvPicPr preferRelativeResize="0"/>
            <p:nvPr/>
          </p:nvPicPr>
          <p:blipFill rotWithShape="1">
            <a:blip r:embed="rId4">
              <a:alphaModFix/>
            </a:blip>
            <a:srcRect b="0" l="0" r="0" t="0"/>
            <a:stretch/>
          </p:blipFill>
          <p:spPr>
            <a:xfrm>
              <a:off x="36762824" y="673100"/>
              <a:ext cx="5845709" cy="3288200"/>
            </a:xfrm>
            <a:prstGeom prst="rect">
              <a:avLst/>
            </a:prstGeom>
            <a:noFill/>
            <a:ln>
              <a:noFill/>
            </a:ln>
          </p:spPr>
        </p:pic>
      </p:grpSp>
      <p:sp>
        <p:nvSpPr>
          <p:cNvPr id="94" name="Google Shape;94;g2af3572afbb_0_27"/>
          <p:cNvSpPr/>
          <p:nvPr/>
        </p:nvSpPr>
        <p:spPr>
          <a:xfrm>
            <a:off x="927100" y="4229975"/>
            <a:ext cx="12469200" cy="28078800"/>
          </a:xfrm>
          <a:prstGeom prst="rect">
            <a:avLst/>
          </a:prstGeom>
          <a:solidFill>
            <a:srgbClr val="F6F6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5" name="Google Shape;95;g2af3572afbb_0_27"/>
          <p:cNvSpPr/>
          <p:nvPr/>
        </p:nvSpPr>
        <p:spPr>
          <a:xfrm>
            <a:off x="13650100" y="4229950"/>
            <a:ext cx="16374600" cy="28078800"/>
          </a:xfrm>
          <a:prstGeom prst="rect">
            <a:avLst/>
          </a:prstGeom>
          <a:solidFill>
            <a:srgbClr val="F6F6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6" name="Google Shape;96;g2af3572afbb_0_27"/>
          <p:cNvSpPr/>
          <p:nvPr/>
        </p:nvSpPr>
        <p:spPr>
          <a:xfrm>
            <a:off x="30278500" y="4229975"/>
            <a:ext cx="12711000" cy="28078800"/>
          </a:xfrm>
          <a:prstGeom prst="rect">
            <a:avLst/>
          </a:prstGeom>
          <a:solidFill>
            <a:srgbClr val="F6F6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 name="Google Shape;97;g2af3572afbb_0_27"/>
          <p:cNvSpPr txBox="1"/>
          <p:nvPr/>
        </p:nvSpPr>
        <p:spPr>
          <a:xfrm>
            <a:off x="1303350" y="4633925"/>
            <a:ext cx="117525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Introduction</a:t>
            </a:r>
            <a:endParaRPr b="1" i="0" sz="5400" u="none" cap="none" strike="noStrike">
              <a:solidFill>
                <a:schemeClr val="dk1"/>
              </a:solidFill>
              <a:latin typeface="Federo"/>
              <a:ea typeface="Federo"/>
              <a:cs typeface="Federo"/>
              <a:sym typeface="Federo"/>
            </a:endParaRPr>
          </a:p>
        </p:txBody>
      </p:sp>
      <p:sp>
        <p:nvSpPr>
          <p:cNvPr id="98" name="Google Shape;98;g2af3572afbb_0_27"/>
          <p:cNvSpPr txBox="1"/>
          <p:nvPr/>
        </p:nvSpPr>
        <p:spPr>
          <a:xfrm>
            <a:off x="13983925" y="4633925"/>
            <a:ext cx="157110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Method</a:t>
            </a:r>
            <a:endParaRPr b="1" i="0" sz="5400" u="none" cap="none" strike="noStrike">
              <a:solidFill>
                <a:schemeClr val="dk1"/>
              </a:solidFill>
              <a:latin typeface="Federo"/>
              <a:ea typeface="Federo"/>
              <a:cs typeface="Federo"/>
              <a:sym typeface="Federo"/>
            </a:endParaRPr>
          </a:p>
        </p:txBody>
      </p:sp>
      <p:sp>
        <p:nvSpPr>
          <p:cNvPr id="99" name="Google Shape;99;g2af3572afbb_0_27"/>
          <p:cNvSpPr txBox="1"/>
          <p:nvPr/>
        </p:nvSpPr>
        <p:spPr>
          <a:xfrm>
            <a:off x="30618850" y="4633925"/>
            <a:ext cx="120531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Discussion</a:t>
            </a:r>
            <a:endParaRPr b="1" i="0" sz="5400" u="none" cap="none" strike="noStrike">
              <a:solidFill>
                <a:schemeClr val="dk1"/>
              </a:solidFill>
              <a:latin typeface="Federo"/>
              <a:ea typeface="Federo"/>
              <a:cs typeface="Federo"/>
              <a:sym typeface="Federo"/>
            </a:endParaRPr>
          </a:p>
        </p:txBody>
      </p:sp>
      <p:sp>
        <p:nvSpPr>
          <p:cNvPr id="100" name="Google Shape;100;g2af3572afbb_0_27"/>
          <p:cNvSpPr txBox="1"/>
          <p:nvPr/>
        </p:nvSpPr>
        <p:spPr>
          <a:xfrm>
            <a:off x="1267050" y="5972200"/>
            <a:ext cx="12053100" cy="154848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120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The question of whether language can influence personality traits has been a subject of extensive scientific debate for decades. Prior research has shown that bilinguals may exhibit different personality dimensions depending on the language they use [Chen &amp; Bond, 2010]. Studies have also identified a significant relationship between personality traits and general language proficiency (e.g., IELTS scores) [Shiva &amp; Hoda, 2017]. However, the impact of lexical proficiency on performance in personality assessments has yet to be explored.</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With 21.7% of the U.S. population speaking a language other than English in 2022 [U.S. Census Bureau, 2022], it is crucial to understand how multilingual backgrounds might influence performance on personality assessments, which are often designed with only one language in mind.</a:t>
            </a:r>
            <a:endParaRPr b="1" i="0" sz="4000" u="none" cap="none" strike="noStrike">
              <a:solidFill>
                <a:schemeClr val="dk1"/>
              </a:solidFill>
              <a:latin typeface="Calibri"/>
              <a:ea typeface="Calibri"/>
              <a:cs typeface="Calibri"/>
              <a:sym typeface="Calibri"/>
            </a:endParaRPr>
          </a:p>
        </p:txBody>
      </p:sp>
      <p:grpSp>
        <p:nvGrpSpPr>
          <p:cNvPr id="101" name="Google Shape;101;g2af3572afbb_0_27"/>
          <p:cNvGrpSpPr/>
          <p:nvPr/>
        </p:nvGrpSpPr>
        <p:grpSpPr>
          <a:xfrm>
            <a:off x="1303350" y="21853900"/>
            <a:ext cx="11701250" cy="4828300"/>
            <a:chOff x="1256200" y="17971175"/>
            <a:chExt cx="11701250" cy="4828300"/>
          </a:xfrm>
        </p:grpSpPr>
        <p:sp>
          <p:nvSpPr>
            <p:cNvPr id="102" name="Google Shape;102;g2af3572afbb_0_27"/>
            <p:cNvSpPr txBox="1"/>
            <p:nvPr/>
          </p:nvSpPr>
          <p:spPr>
            <a:xfrm>
              <a:off x="1256200" y="17971175"/>
              <a:ext cx="117012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Research Question</a:t>
              </a:r>
              <a:endParaRPr b="1" i="0" sz="5400" u="none" cap="none" strike="noStrike">
                <a:solidFill>
                  <a:schemeClr val="dk1"/>
                </a:solidFill>
                <a:latin typeface="Federo"/>
                <a:ea typeface="Federo"/>
                <a:cs typeface="Federo"/>
                <a:sym typeface="Federo"/>
              </a:endParaRPr>
            </a:p>
          </p:txBody>
        </p:sp>
        <p:sp>
          <p:nvSpPr>
            <p:cNvPr id="103" name="Google Shape;103;g2af3572afbb_0_27"/>
            <p:cNvSpPr txBox="1"/>
            <p:nvPr/>
          </p:nvSpPr>
          <p:spPr>
            <a:xfrm>
              <a:off x="1303350" y="19320975"/>
              <a:ext cx="11654100" cy="34785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What is the relationship between lexical proficiency and bilinguals' personality trait scores when the test is taken in different languages (Chinese &amp; English) ?</a:t>
              </a:r>
              <a:endParaRPr b="1" i="0" sz="4000" u="none" cap="none" strike="noStrike">
                <a:solidFill>
                  <a:schemeClr val="dk1"/>
                </a:solidFill>
                <a:latin typeface="Calibri"/>
                <a:ea typeface="Calibri"/>
                <a:cs typeface="Calibri"/>
                <a:sym typeface="Calibri"/>
              </a:endParaRPr>
            </a:p>
          </p:txBody>
        </p:sp>
      </p:grpSp>
      <p:sp>
        <p:nvSpPr>
          <p:cNvPr id="104" name="Google Shape;104;g2af3572afbb_0_27"/>
          <p:cNvSpPr txBox="1"/>
          <p:nvPr/>
        </p:nvSpPr>
        <p:spPr>
          <a:xfrm>
            <a:off x="14120725" y="5972200"/>
            <a:ext cx="15461400" cy="16536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We surveyed 91 bilingual (Chinese &amp; English) college students to assess their lexical proficiency and Big Five personality traits in both languages.</a:t>
            </a:r>
            <a:endParaRPr b="1" i="0" sz="4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4000"/>
              <a:buFont typeface="Arial"/>
              <a:buNone/>
            </a:pPr>
            <a:r>
              <a:rPr b="1" i="0" lang="en-US" sz="4000" u="sng" cap="none" strike="noStrike">
                <a:solidFill>
                  <a:schemeClr val="dk1"/>
                </a:solidFill>
                <a:latin typeface="Calibri"/>
                <a:ea typeface="Calibri"/>
                <a:cs typeface="Calibri"/>
                <a:sym typeface="Calibri"/>
              </a:rPr>
              <a:t>Independent Variables: </a:t>
            </a:r>
            <a:endParaRPr b="1" i="0" sz="4000" u="sng"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1" lang="en-US" sz="4000" u="none" cap="none" strike="noStrike">
                <a:solidFill>
                  <a:schemeClr val="dk1"/>
                </a:solidFill>
                <a:latin typeface="Calibri"/>
                <a:ea typeface="Calibri"/>
                <a:cs typeface="Calibri"/>
                <a:sym typeface="Calibri"/>
              </a:rPr>
              <a:t>Lexical Proficiency</a:t>
            </a:r>
            <a:endParaRPr b="1" i="1"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English version: LexTALE [Lemhöfer &amp; Broersma, 2012]</a:t>
            </a:r>
            <a:endParaRPr b="1" i="0" sz="4000" u="none" cap="none" strike="noStrike">
              <a:solidFill>
                <a:schemeClr val="dk1"/>
              </a:solidFill>
              <a:latin typeface="Calibri"/>
              <a:ea typeface="Calibri"/>
              <a:cs typeface="Calibri"/>
              <a:sym typeface="Calibri"/>
            </a:endParaRPr>
          </a:p>
          <a:p>
            <a:pPr indent="-482600" lvl="2" marL="13716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e.g., Determine whether this is an existing English word: abergy</a:t>
            </a:r>
            <a:endParaRPr b="1" i="0"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Chinese version: LexCHI [Wen et al., 2024]</a:t>
            </a:r>
            <a:endParaRPr b="1" i="0" sz="4000" u="none" cap="none" strike="noStrike">
              <a:solidFill>
                <a:schemeClr val="dk1"/>
              </a:solidFill>
              <a:latin typeface="Calibri"/>
              <a:ea typeface="Calibri"/>
              <a:cs typeface="Calibri"/>
              <a:sym typeface="Calibri"/>
            </a:endParaRPr>
          </a:p>
          <a:p>
            <a:pPr indent="-482600" lvl="2" marL="13716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e.g., 请判断该组合是否为汉语词汇：颁昧</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1" lang="en-US" sz="4000" u="none" cap="none" strike="noStrike">
                <a:solidFill>
                  <a:schemeClr val="dk1"/>
                </a:solidFill>
                <a:latin typeface="Calibri"/>
                <a:ea typeface="Calibri"/>
                <a:cs typeface="Calibri"/>
                <a:sym typeface="Calibri"/>
              </a:rPr>
              <a:t>Difference in Lexical Proficiency</a:t>
            </a:r>
            <a:endParaRPr b="1" i="1"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Subtract the score of LexTALE (EN) from the score of LexCHI (CN).</a:t>
            </a:r>
            <a:endParaRPr b="1" i="0" sz="4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4000"/>
              <a:buFont typeface="Arial"/>
              <a:buNone/>
            </a:pPr>
            <a:r>
              <a:rPr b="1" i="0" lang="en-US" sz="4000" u="sng" cap="none" strike="noStrike">
                <a:solidFill>
                  <a:schemeClr val="dk1"/>
                </a:solidFill>
                <a:latin typeface="Calibri"/>
                <a:ea typeface="Calibri"/>
                <a:cs typeface="Calibri"/>
                <a:sym typeface="Calibri"/>
              </a:rPr>
              <a:t>Dependent Variables: </a:t>
            </a:r>
            <a:endParaRPr b="1" i="0" sz="4000" u="sng"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1" lang="en-US" sz="4000" u="none" cap="none" strike="noStrike">
                <a:solidFill>
                  <a:schemeClr val="dk1"/>
                </a:solidFill>
                <a:latin typeface="Calibri"/>
                <a:ea typeface="Calibri"/>
                <a:cs typeface="Calibri"/>
                <a:sym typeface="Calibri"/>
              </a:rPr>
              <a:t>Big Five Personality Scores</a:t>
            </a:r>
            <a:endParaRPr b="1" i="1"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English version: Big Five Inventory-2 (BFI-2) [Soto &amp; John, 2016]</a:t>
            </a:r>
            <a:endParaRPr b="1" i="0" sz="4000" u="none" cap="none" strike="noStrike">
              <a:solidFill>
                <a:schemeClr val="dk1"/>
              </a:solidFill>
              <a:latin typeface="Calibri"/>
              <a:ea typeface="Calibri"/>
              <a:cs typeface="Calibri"/>
              <a:sym typeface="Calibri"/>
            </a:endParaRPr>
          </a:p>
          <a:p>
            <a:pPr indent="-482600" lvl="2" marL="13716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e.g, I am someone who is outgoing, sociable.</a:t>
            </a:r>
            <a:endParaRPr b="1" i="0"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Chinese version: Chinese BFI-2 [Zhang et al., 2022]</a:t>
            </a:r>
            <a:endParaRPr b="1" i="0" sz="4000" u="none" cap="none" strike="noStrike">
              <a:solidFill>
                <a:schemeClr val="dk1"/>
              </a:solidFill>
              <a:latin typeface="Calibri"/>
              <a:ea typeface="Calibri"/>
              <a:cs typeface="Calibri"/>
              <a:sym typeface="Calibri"/>
            </a:endParaRPr>
          </a:p>
          <a:p>
            <a:pPr indent="-482600" lvl="2" marL="1371600" marR="0" rtl="0" algn="l">
              <a:lnSpc>
                <a:spcPct val="150000"/>
              </a:lnSpc>
              <a:spcBef>
                <a:spcPts val="100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e.g., 我是一个性格外向，喜欢交际的人。</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1" lang="en-US" sz="4000" u="none" cap="none" strike="noStrike">
                <a:solidFill>
                  <a:schemeClr val="dk1"/>
                </a:solidFill>
                <a:latin typeface="Calibri"/>
                <a:ea typeface="Calibri"/>
                <a:cs typeface="Calibri"/>
                <a:sym typeface="Calibri"/>
              </a:rPr>
              <a:t>Difference in Big Five Personality Scores</a:t>
            </a:r>
            <a:endParaRPr b="1" i="1" sz="4000" u="none" cap="none" strike="noStrike">
              <a:solidFill>
                <a:schemeClr val="dk1"/>
              </a:solidFill>
              <a:latin typeface="Calibri"/>
              <a:ea typeface="Calibri"/>
              <a:cs typeface="Calibri"/>
              <a:sym typeface="Calibri"/>
            </a:endParaRPr>
          </a:p>
          <a:p>
            <a:pPr indent="-482600" lvl="1" marL="9144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Subtract the score of BFI-2(EN) from the score of Chinese BFI-2 (CN).</a:t>
            </a:r>
            <a:endParaRPr b="1" i="0" sz="4000" u="none" cap="none" strike="noStrike">
              <a:solidFill>
                <a:schemeClr val="dk1"/>
              </a:solidFill>
              <a:latin typeface="Calibri"/>
              <a:ea typeface="Calibri"/>
              <a:cs typeface="Calibri"/>
              <a:sym typeface="Calibri"/>
            </a:endParaRPr>
          </a:p>
        </p:txBody>
      </p:sp>
      <p:sp>
        <p:nvSpPr>
          <p:cNvPr id="105" name="Google Shape;105;g2af3572afbb_0_27"/>
          <p:cNvSpPr txBox="1"/>
          <p:nvPr/>
        </p:nvSpPr>
        <p:spPr>
          <a:xfrm>
            <a:off x="30618850" y="5972200"/>
            <a:ext cx="11999100" cy="26567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This result suggests that Openness and Agreeableness may be the traits most influenced by lexical proficiency </a:t>
            </a:r>
            <a:r>
              <a:rPr b="1" i="0" lang="en-US" sz="40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0"/>
                  </a:ext>
                </a:extLst>
              </a:rPr>
              <a:t>within individuals, but not between them</a:t>
            </a:r>
            <a:r>
              <a:rPr b="1" i="0" lang="en-US" sz="4000" u="none" cap="none" strike="noStrike">
                <a:solidFill>
                  <a:schemeClr val="dk1"/>
                </a:solidFill>
                <a:latin typeface="Calibri"/>
                <a:ea typeface="Calibri"/>
                <a:cs typeface="Calibri"/>
                <a:sym typeface="Calibri"/>
              </a:rPr>
              <a:t>, and further indicates that bilinguals' varying levels of proficiency in their two languages can impact their personality scores, depending on the language in which the test is taken. Therefore, researchers should consider participants' lexical proficiency when measuring their trait levels, especially when working with bilingual or multilingual individuals, as it may be a significant factor influencing the Big Five test outcomes, particularly for Agreeableness and Openness.</a:t>
            </a:r>
            <a:endParaRPr b="1" i="0" sz="4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4000"/>
              <a:buFont typeface="Arial"/>
              <a:buNone/>
            </a:pPr>
            <a:r>
              <a:rPr b="1" i="0" lang="en-US" sz="4000" u="sng" cap="none" strike="noStrike">
                <a:solidFill>
                  <a:schemeClr val="dk1"/>
                </a:solidFill>
                <a:latin typeface="Calibri"/>
                <a:ea typeface="Calibri"/>
                <a:cs typeface="Calibri"/>
                <a:sym typeface="Calibri"/>
              </a:rPr>
              <a:t>Limitations:</a:t>
            </a:r>
            <a:endParaRPr b="1" i="0" sz="4000" u="sng"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We observed a ceiling effect in the Chinese proficiency scores, which may have limited the variability and affected the accuracy of the analysis.</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With our smaller sample size, we may have only been able to detect the traits most strongly affected by language proficiency differences.</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We only investigated bilinguals who speak English and Chinese, so the effect may not be generalizable to speakers of other languages.</a:t>
            </a:r>
            <a:endParaRPr b="1" i="0" sz="4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4000"/>
              <a:buFont typeface="Arial"/>
              <a:buNone/>
            </a:pPr>
            <a:r>
              <a:rPr b="1" i="0" lang="en-US" sz="4000" u="sng" cap="none" strike="noStrike">
                <a:solidFill>
                  <a:schemeClr val="dk1"/>
                </a:solidFill>
                <a:latin typeface="Calibri"/>
                <a:ea typeface="Calibri"/>
                <a:cs typeface="Calibri"/>
                <a:sym typeface="Calibri"/>
              </a:rPr>
              <a:t>Future Directions:</a:t>
            </a:r>
            <a:endParaRPr b="1" i="0" sz="4000" u="sng"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Examine whether other language-related proficiencies (e.g., verbal thought ability) predict trait levels.</a:t>
            </a:r>
            <a:endParaRPr b="1" i="0" sz="4000" u="none" cap="none" strike="noStrike">
              <a:solidFill>
                <a:schemeClr val="dk1"/>
              </a:solidFill>
              <a:latin typeface="Calibri"/>
              <a:ea typeface="Calibri"/>
              <a:cs typeface="Calibri"/>
              <a:sym typeface="Calibri"/>
            </a:endParaRPr>
          </a:p>
          <a:p>
            <a:pPr indent="-457200" lvl="0" marL="457200" marR="0" rtl="0" algn="l">
              <a:lnSpc>
                <a:spcPct val="150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Examine whether bilinguals' perceptions of typical native speakers' trait levels predict their own trait levels.</a:t>
            </a:r>
            <a:endParaRPr b="1" i="0" sz="4000" u="none" cap="none" strike="noStrike">
              <a:solidFill>
                <a:schemeClr val="dk1"/>
              </a:solidFill>
              <a:latin typeface="Calibri"/>
              <a:ea typeface="Calibri"/>
              <a:cs typeface="Calibri"/>
              <a:sym typeface="Calibri"/>
            </a:endParaRPr>
          </a:p>
        </p:txBody>
      </p:sp>
      <p:grpSp>
        <p:nvGrpSpPr>
          <p:cNvPr id="106" name="Google Shape;106;g2af3572afbb_0_27"/>
          <p:cNvGrpSpPr/>
          <p:nvPr/>
        </p:nvGrpSpPr>
        <p:grpSpPr>
          <a:xfrm>
            <a:off x="1303350" y="26254200"/>
            <a:ext cx="11701250" cy="5675800"/>
            <a:chOff x="1256200" y="23362075"/>
            <a:chExt cx="11701250" cy="5675800"/>
          </a:xfrm>
        </p:grpSpPr>
        <p:sp>
          <p:nvSpPr>
            <p:cNvPr id="107" name="Google Shape;107;g2af3572afbb_0_27"/>
            <p:cNvSpPr txBox="1"/>
            <p:nvPr/>
          </p:nvSpPr>
          <p:spPr>
            <a:xfrm>
              <a:off x="1256200" y="23362075"/>
              <a:ext cx="117012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Hypothesis</a:t>
              </a:r>
              <a:endParaRPr b="1" i="0" sz="5400" u="none" cap="none" strike="noStrike">
                <a:solidFill>
                  <a:schemeClr val="dk1"/>
                </a:solidFill>
                <a:latin typeface="Federo"/>
                <a:ea typeface="Federo"/>
                <a:cs typeface="Federo"/>
                <a:sym typeface="Federo"/>
              </a:endParaRPr>
            </a:p>
          </p:txBody>
        </p:sp>
        <p:sp>
          <p:nvSpPr>
            <p:cNvPr id="108" name="Google Shape;108;g2af3572afbb_0_27"/>
            <p:cNvSpPr txBox="1"/>
            <p:nvPr/>
          </p:nvSpPr>
          <p:spPr>
            <a:xfrm>
              <a:off x="1303350" y="24635675"/>
              <a:ext cx="11654100" cy="4402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An exploratory analysis was conducted on lexical proficiency between two languages and individuals' personality trait scores in those languages. Given the limited research in this area, specific predictions for the relationship for each trait were not made.</a:t>
              </a:r>
              <a:endParaRPr b="1" i="0" sz="4000" u="none" cap="none" strike="noStrike">
                <a:solidFill>
                  <a:schemeClr val="dk1"/>
                </a:solidFill>
                <a:latin typeface="Calibri"/>
                <a:ea typeface="Calibri"/>
                <a:cs typeface="Calibri"/>
                <a:sym typeface="Calibri"/>
              </a:endParaRPr>
            </a:p>
          </p:txBody>
        </p:sp>
      </p:grpSp>
      <p:sp>
        <p:nvSpPr>
          <p:cNvPr id="109" name="Google Shape;109;g2af3572afbb_0_27"/>
          <p:cNvSpPr txBox="1"/>
          <p:nvPr/>
        </p:nvSpPr>
        <p:spPr>
          <a:xfrm>
            <a:off x="13983925" y="22676800"/>
            <a:ext cx="15711000" cy="1015800"/>
          </a:xfrm>
          <a:prstGeom prst="rect">
            <a:avLst/>
          </a:prstGeom>
          <a:solidFill>
            <a:srgbClr val="CBDDD1"/>
          </a:solidFill>
          <a:ln cap="flat" cmpd="sng" w="50800">
            <a:solidFill>
              <a:srgbClr val="38761D"/>
            </a:solidFill>
            <a:prstDash val="solid"/>
            <a:miter lim="800000"/>
            <a:headEnd len="sm" w="sm" type="none"/>
            <a:tailEnd len="sm" w="sm" type="none"/>
          </a:ln>
        </p:spPr>
        <p:txBody>
          <a:bodyPr anchorCtr="0" anchor="t" bIns="91425" lIns="182875" spcFirstLastPara="1" rIns="182875" wrap="square" tIns="91425">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Federo"/>
                <a:ea typeface="Federo"/>
                <a:cs typeface="Federo"/>
                <a:sym typeface="Federo"/>
              </a:rPr>
              <a:t>Result</a:t>
            </a:r>
            <a:endParaRPr b="1" i="0" sz="5400" u="none" cap="none" strike="noStrike">
              <a:solidFill>
                <a:schemeClr val="dk1"/>
              </a:solidFill>
              <a:latin typeface="Federo"/>
              <a:ea typeface="Federo"/>
              <a:cs typeface="Federo"/>
              <a:sym typeface="Federo"/>
            </a:endParaRPr>
          </a:p>
        </p:txBody>
      </p:sp>
      <p:sp>
        <p:nvSpPr>
          <p:cNvPr id="110" name="Google Shape;110;g2af3572afbb_0_27"/>
          <p:cNvSpPr txBox="1"/>
          <p:nvPr/>
        </p:nvSpPr>
        <p:spPr>
          <a:xfrm>
            <a:off x="14075175" y="23892300"/>
            <a:ext cx="15461400" cy="4402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4000"/>
              <a:buFont typeface="Arial"/>
              <a:buNone/>
            </a:pPr>
            <a:r>
              <a:rPr b="1" i="0" lang="en-US" sz="4000" u="none" cap="none" strike="noStrike">
                <a:solidFill>
                  <a:schemeClr val="dk1"/>
                </a:solidFill>
                <a:latin typeface="Calibri"/>
                <a:ea typeface="Calibri"/>
                <a:cs typeface="Calibri"/>
                <a:sym typeface="Calibri"/>
              </a:rPr>
              <a:t>No significant relationship was found between lexical proficiency and  the Big Five personality scores across all five traits in both languages. However, there was a significant correlation between the difference in lexical proficiency and variation in bilinguals' scores on two traits: Agreeableness (r(89) = .23, </a:t>
            </a:r>
            <a:r>
              <a:rPr b="1" i="1" lang="en-US" sz="4000" u="none" cap="none" strike="noStrike">
                <a:solidFill>
                  <a:schemeClr val="dk1"/>
                </a:solidFill>
                <a:latin typeface="Calibri"/>
                <a:ea typeface="Calibri"/>
                <a:cs typeface="Calibri"/>
                <a:sym typeface="Calibri"/>
              </a:rPr>
              <a:t>p</a:t>
            </a:r>
            <a:r>
              <a:rPr b="1" i="0" lang="en-US" sz="4000" u="none" cap="none" strike="noStrike">
                <a:solidFill>
                  <a:schemeClr val="dk1"/>
                </a:solidFill>
                <a:latin typeface="Calibri"/>
                <a:ea typeface="Calibri"/>
                <a:cs typeface="Calibri"/>
                <a:sym typeface="Calibri"/>
              </a:rPr>
              <a:t> = .03) and Openness (</a:t>
            </a:r>
            <a:r>
              <a:rPr b="1" i="1" lang="en-US" sz="4000" u="none" cap="none" strike="noStrike">
                <a:solidFill>
                  <a:schemeClr val="dk1"/>
                </a:solidFill>
                <a:latin typeface="Calibri"/>
                <a:ea typeface="Calibri"/>
                <a:cs typeface="Calibri"/>
                <a:sym typeface="Calibri"/>
              </a:rPr>
              <a:t>r</a:t>
            </a:r>
            <a:r>
              <a:rPr b="1" i="0" lang="en-US" sz="4000" u="none" cap="none" strike="noStrike">
                <a:solidFill>
                  <a:schemeClr val="dk1"/>
                </a:solidFill>
                <a:latin typeface="Calibri"/>
                <a:ea typeface="Calibri"/>
                <a:cs typeface="Calibri"/>
                <a:sym typeface="Calibri"/>
              </a:rPr>
              <a:t>(89) = .28, </a:t>
            </a:r>
            <a:r>
              <a:rPr b="1" i="1" lang="en-US" sz="4000" u="none" cap="none" strike="noStrike">
                <a:solidFill>
                  <a:schemeClr val="dk1"/>
                </a:solidFill>
                <a:latin typeface="Calibri"/>
                <a:ea typeface="Calibri"/>
                <a:cs typeface="Calibri"/>
                <a:sym typeface="Calibri"/>
              </a:rPr>
              <a:t>p </a:t>
            </a:r>
            <a:r>
              <a:rPr b="1" i="0" lang="en-US" sz="4000" u="none" cap="none" strike="noStrike">
                <a:solidFill>
                  <a:schemeClr val="dk1"/>
                </a:solidFill>
                <a:latin typeface="Calibri"/>
                <a:ea typeface="Calibri"/>
                <a:cs typeface="Calibri"/>
                <a:sym typeface="Calibri"/>
              </a:rPr>
              <a:t>= .01).</a:t>
            </a:r>
            <a:endParaRPr b="1" i="0" sz="4000" u="none" cap="none" strike="noStrike">
              <a:solidFill>
                <a:schemeClr val="dk1"/>
              </a:solidFill>
              <a:latin typeface="Calibri"/>
              <a:ea typeface="Calibri"/>
              <a:cs typeface="Calibri"/>
              <a:sym typeface="Calibri"/>
            </a:endParaRPr>
          </a:p>
        </p:txBody>
      </p:sp>
      <p:pic>
        <p:nvPicPr>
          <p:cNvPr id="111" name="Google Shape;111;g2af3572afbb_0_27"/>
          <p:cNvPicPr preferRelativeResize="0"/>
          <p:nvPr/>
        </p:nvPicPr>
        <p:blipFill rotWithShape="1">
          <a:blip r:embed="rId5">
            <a:alphaModFix/>
          </a:blip>
          <a:srcRect b="0" l="0" r="18466" t="0"/>
          <a:stretch/>
        </p:blipFill>
        <p:spPr>
          <a:xfrm>
            <a:off x="22707600" y="28417996"/>
            <a:ext cx="5063574" cy="3662200"/>
          </a:xfrm>
          <a:prstGeom prst="rect">
            <a:avLst/>
          </a:prstGeom>
          <a:solidFill>
            <a:srgbClr val="F6F6E9"/>
          </a:solidFill>
          <a:ln>
            <a:noFill/>
          </a:ln>
        </p:spPr>
      </p:pic>
      <p:pic>
        <p:nvPicPr>
          <p:cNvPr id="112" name="Google Shape;112;g2af3572afbb_0_27"/>
          <p:cNvPicPr preferRelativeResize="0"/>
          <p:nvPr/>
        </p:nvPicPr>
        <p:blipFill rotWithShape="1">
          <a:blip r:embed="rId6">
            <a:alphaModFix/>
          </a:blip>
          <a:srcRect b="0" l="0" r="18466" t="0"/>
          <a:stretch/>
        </p:blipFill>
        <p:spPr>
          <a:xfrm>
            <a:off x="15967625" y="28418000"/>
            <a:ext cx="5063574" cy="3662212"/>
          </a:xfrm>
          <a:prstGeom prst="rect">
            <a:avLst/>
          </a:prstGeom>
          <a:solidFill>
            <a:srgbClr val="F6F6E9"/>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0ab42777be_0_121"/>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rmAutofit/>
          </a:bodyPr>
          <a:lstStyle/>
          <a:p>
            <a:pPr indent="0" lvl="0" marL="0" rtl="0" algn="ctr">
              <a:lnSpc>
                <a:spcPct val="100000"/>
              </a:lnSpc>
              <a:spcBef>
                <a:spcPts val="0"/>
              </a:spcBef>
              <a:spcAft>
                <a:spcPts val="0"/>
              </a:spcAft>
              <a:buSzPts val="1800"/>
              <a:buNone/>
            </a:pPr>
            <a:r>
              <a:rPr b="1" lang="en-US">
                <a:solidFill>
                  <a:srgbClr val="F6F6E9"/>
                </a:solidFill>
                <a:latin typeface="Times New Roman"/>
                <a:ea typeface="Times New Roman"/>
                <a:cs typeface="Times New Roman"/>
                <a:sym typeface="Times New Roman"/>
              </a:rPr>
              <a:t>References</a:t>
            </a:r>
            <a:endParaRPr b="1">
              <a:solidFill>
                <a:srgbClr val="F6F6E9"/>
              </a:solidFill>
              <a:latin typeface="Times New Roman"/>
              <a:ea typeface="Times New Roman"/>
              <a:cs typeface="Times New Roman"/>
              <a:sym typeface="Times New Roman"/>
            </a:endParaRPr>
          </a:p>
        </p:txBody>
      </p:sp>
      <p:sp>
        <p:nvSpPr>
          <p:cNvPr id="119" name="Google Shape;119;g30ab42777be_0_121"/>
          <p:cNvSpPr txBox="1"/>
          <p:nvPr>
            <p:ph idx="1" type="body"/>
          </p:nvPr>
        </p:nvSpPr>
        <p:spPr>
          <a:xfrm>
            <a:off x="1832610" y="7471413"/>
            <a:ext cx="39502200" cy="21724500"/>
          </a:xfrm>
          <a:prstGeom prst="rect">
            <a:avLst/>
          </a:prstGeom>
          <a:noFill/>
          <a:ln>
            <a:noFill/>
          </a:ln>
        </p:spPr>
        <p:txBody>
          <a:bodyPr anchorCtr="0" anchor="t" bIns="219450" lIns="438900" spcFirstLastPara="1" rIns="438900" wrap="square" tIns="219450">
            <a:normAutofit/>
          </a:bodyPr>
          <a:lstStyle/>
          <a:p>
            <a:pPr indent="-457200" lvl="0" marL="457200" rtl="0" algn="l">
              <a:lnSpc>
                <a:spcPct val="115000"/>
              </a:lnSpc>
              <a:spcBef>
                <a:spcPts val="120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Chen, S. X., &amp; Bond, M. H. (2010). Two languages, two personalities? Examining language effects on the expression of personality in a bilingual context. </a:t>
            </a:r>
            <a:r>
              <a:rPr i="1" lang="en-US" sz="6000">
                <a:solidFill>
                  <a:srgbClr val="F6F6E9"/>
                </a:solidFill>
                <a:latin typeface="Times New Roman"/>
                <a:ea typeface="Times New Roman"/>
                <a:cs typeface="Times New Roman"/>
                <a:sym typeface="Times New Roman"/>
              </a:rPr>
              <a:t>Personality and Social Psychology Bulletin, 36</a:t>
            </a:r>
            <a:r>
              <a:rPr lang="en-US" sz="6000">
                <a:solidFill>
                  <a:srgbClr val="F6F6E9"/>
                </a:solidFill>
                <a:latin typeface="Times New Roman"/>
                <a:ea typeface="Times New Roman"/>
                <a:cs typeface="Times New Roman"/>
                <a:sym typeface="Times New Roman"/>
              </a:rPr>
              <a:t>(11), 1514–1528. https://doi.org/10.1177/0146167210385360</a:t>
            </a:r>
            <a:endParaRPr sz="6000">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Lemhöfer, K., &amp; Broersma, M. (2012). Introducing LexTALE: A quick and valid lexical test for advanced learners of English. </a:t>
            </a:r>
            <a:r>
              <a:rPr i="1" lang="en-US" sz="6000">
                <a:solidFill>
                  <a:srgbClr val="F6F6E9"/>
                </a:solidFill>
                <a:latin typeface="Times New Roman"/>
                <a:ea typeface="Times New Roman"/>
                <a:cs typeface="Times New Roman"/>
                <a:sym typeface="Times New Roman"/>
              </a:rPr>
              <a:t>Behavior Research Methods, 44</a:t>
            </a:r>
            <a:r>
              <a:rPr lang="en-US" sz="6000">
                <a:solidFill>
                  <a:srgbClr val="F6F6E9"/>
                </a:solidFill>
                <a:latin typeface="Times New Roman"/>
                <a:ea typeface="Times New Roman"/>
                <a:cs typeface="Times New Roman"/>
                <a:sym typeface="Times New Roman"/>
              </a:rPr>
              <a:t>(2), 325–343.</a:t>
            </a:r>
            <a:r>
              <a:rPr lang="en-US" sz="6000">
                <a:solidFill>
                  <a:srgbClr val="F6F6E9"/>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US" sz="6000" u="sng">
                <a:solidFill>
                  <a:srgbClr val="F6F6E9"/>
                </a:solidFill>
                <a:latin typeface="Times New Roman"/>
                <a:ea typeface="Times New Roman"/>
                <a:cs typeface="Times New Roman"/>
                <a:sym typeface="Times New Roman"/>
                <a:hlinkClick r:id="rId4">
                  <a:extLst>
                    <a:ext uri="{A12FA001-AC4F-418D-AE19-62706E023703}">
                      <ahyp:hlinkClr val="tx"/>
                    </a:ext>
                  </a:extLst>
                </a:hlinkClick>
              </a:rPr>
              <a:t>https://doi.org/10.3758/s13428-011-0146-0</a:t>
            </a:r>
            <a:endParaRPr sz="6000" u="sng">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Shiva, S., &amp; Hoda, M. (2017). The relationship between Big-Five personality traits, English language proficiency scores on IELTS, and academic success of Iranian foreign students. </a:t>
            </a:r>
            <a:r>
              <a:rPr i="1" lang="en-US" sz="6000">
                <a:solidFill>
                  <a:srgbClr val="F6F6E9"/>
                </a:solidFill>
                <a:latin typeface="Times New Roman"/>
                <a:ea typeface="Times New Roman"/>
                <a:cs typeface="Times New Roman"/>
                <a:sym typeface="Times New Roman"/>
              </a:rPr>
              <a:t>Theory and Practice in Language Studies, 7</a:t>
            </a:r>
            <a:r>
              <a:rPr lang="en-US" sz="6000">
                <a:solidFill>
                  <a:srgbClr val="F6F6E9"/>
                </a:solidFill>
                <a:latin typeface="Times New Roman"/>
                <a:ea typeface="Times New Roman"/>
                <a:cs typeface="Times New Roman"/>
                <a:sym typeface="Times New Roman"/>
              </a:rPr>
              <a:t>(11), 1046–1052. https://doi.org/10.17507/tpls.0711.13</a:t>
            </a:r>
            <a:endParaRPr sz="6000">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Soto, C. J., &amp; John, O. P. (2016). The next Big Five Inventory (BFI-2): Developing and assessing a hierarchical model with 15 facets to enhance bandwidth, fidelity, and predictive power. </a:t>
            </a:r>
            <a:r>
              <a:rPr i="1" lang="en-US" sz="6000">
                <a:solidFill>
                  <a:srgbClr val="F6F6E9"/>
                </a:solidFill>
                <a:latin typeface="Times New Roman"/>
                <a:ea typeface="Times New Roman"/>
                <a:cs typeface="Times New Roman"/>
                <a:sym typeface="Times New Roman"/>
              </a:rPr>
              <a:t>Journal of Personality and Social Psychology, 113</a:t>
            </a:r>
            <a:r>
              <a:rPr lang="en-US" sz="6000">
                <a:solidFill>
                  <a:srgbClr val="F6F6E9"/>
                </a:solidFill>
                <a:latin typeface="Times New Roman"/>
                <a:ea typeface="Times New Roman"/>
                <a:cs typeface="Times New Roman"/>
                <a:sym typeface="Times New Roman"/>
              </a:rPr>
              <a:t>(1), 117–143. https://doi.org/10.1037/pspp0000096</a:t>
            </a:r>
            <a:endParaRPr sz="6000">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U.S. Census Bureau. (2022). 2022 ACS 5-year estimates data profiles. </a:t>
            </a:r>
            <a:r>
              <a:rPr i="1" lang="en-US" sz="6000">
                <a:solidFill>
                  <a:srgbClr val="F6F6E9"/>
                </a:solidFill>
                <a:latin typeface="Times New Roman"/>
                <a:ea typeface="Times New Roman"/>
                <a:cs typeface="Times New Roman"/>
                <a:sym typeface="Times New Roman"/>
              </a:rPr>
              <a:t>American Community Survey</a:t>
            </a:r>
            <a:r>
              <a:rPr lang="en-US" sz="6000">
                <a:solidFill>
                  <a:srgbClr val="F6F6E9"/>
                </a:solidFill>
                <a:latin typeface="Times New Roman"/>
                <a:ea typeface="Times New Roman"/>
                <a:cs typeface="Times New Roman"/>
                <a:sym typeface="Times New Roman"/>
              </a:rPr>
              <a:t>.</a:t>
            </a:r>
            <a:r>
              <a:rPr lang="en-US" sz="6000">
                <a:solidFill>
                  <a:srgbClr val="F6F6E9"/>
                </a:solidFill>
                <a:uFill>
                  <a:noFill/>
                </a:uFill>
                <a:latin typeface="Times New Roman"/>
                <a:ea typeface="Times New Roman"/>
                <a:cs typeface="Times New Roman"/>
                <a:sym typeface="Times New Roman"/>
                <a:hlinkClick r:id="rId5">
                  <a:extLst>
                    <a:ext uri="{A12FA001-AC4F-418D-AE19-62706E023703}">
                      <ahyp:hlinkClr val="tx"/>
                    </a:ext>
                  </a:extLst>
                </a:hlinkClick>
              </a:rPr>
              <a:t> </a:t>
            </a:r>
            <a:r>
              <a:rPr lang="en-US" sz="6000" u="sng">
                <a:solidFill>
                  <a:srgbClr val="F6F6E9"/>
                </a:solidFill>
                <a:latin typeface="Times New Roman"/>
                <a:ea typeface="Times New Roman"/>
                <a:cs typeface="Times New Roman"/>
                <a:sym typeface="Times New Roman"/>
                <a:hlinkClick r:id="rId6">
                  <a:extLst>
                    <a:ext uri="{A12FA001-AC4F-418D-AE19-62706E023703}">
                      <ahyp:hlinkClr val="tx"/>
                    </a:ext>
                  </a:extLst>
                </a:hlinkClick>
              </a:rPr>
              <a:t>https://data.census.gov/table/ACSDP5Y2022.DP02?=&amp;hidePreview=true</a:t>
            </a:r>
            <a:endParaRPr sz="6000" u="sng">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Wen, Y., Qiu, Y., Leong, C. X. R., Lu, X., &amp; Chua, T. (2024). LexCHI: A quick lexical test for estimating language proficiency in Chinese. </a:t>
            </a:r>
            <a:r>
              <a:rPr i="1" lang="en-US" sz="6000">
                <a:solidFill>
                  <a:srgbClr val="F6F6E9"/>
                </a:solidFill>
                <a:latin typeface="Times New Roman"/>
                <a:ea typeface="Times New Roman"/>
                <a:cs typeface="Times New Roman"/>
                <a:sym typeface="Times New Roman"/>
              </a:rPr>
              <a:t>Behavior Research Methods, 56</a:t>
            </a:r>
            <a:r>
              <a:rPr lang="en-US" sz="6000">
                <a:solidFill>
                  <a:srgbClr val="F6F6E9"/>
                </a:solidFill>
                <a:latin typeface="Times New Roman"/>
                <a:ea typeface="Times New Roman"/>
                <a:cs typeface="Times New Roman"/>
                <a:sym typeface="Times New Roman"/>
              </a:rPr>
              <a:t>, 2333–2352.</a:t>
            </a:r>
            <a:r>
              <a:rPr lang="en-US" sz="6000">
                <a:solidFill>
                  <a:srgbClr val="F6F6E9"/>
                </a:solidFill>
                <a:uFill>
                  <a:noFill/>
                </a:uFill>
                <a:latin typeface="Times New Roman"/>
                <a:ea typeface="Times New Roman"/>
                <a:cs typeface="Times New Roman"/>
                <a:sym typeface="Times New Roman"/>
                <a:hlinkClick r:id="rId7">
                  <a:extLst>
                    <a:ext uri="{A12FA001-AC4F-418D-AE19-62706E023703}">
                      <ahyp:hlinkClr val="tx"/>
                    </a:ext>
                  </a:extLst>
                </a:hlinkClick>
              </a:rPr>
              <a:t> </a:t>
            </a:r>
            <a:r>
              <a:rPr lang="en-US" sz="6000" u="sng">
                <a:solidFill>
                  <a:srgbClr val="F6F6E9"/>
                </a:solidFill>
                <a:latin typeface="Times New Roman"/>
                <a:ea typeface="Times New Roman"/>
                <a:cs typeface="Times New Roman"/>
                <a:sym typeface="Times New Roman"/>
                <a:hlinkClick r:id="rId8">
                  <a:extLst>
                    <a:ext uri="{A12FA001-AC4F-418D-AE19-62706E023703}">
                      <ahyp:hlinkClr val="tx"/>
                    </a:ext>
                  </a:extLst>
                </a:hlinkClick>
              </a:rPr>
              <a:t>https://doi.org/10.3758/s13428-023-02151-z</a:t>
            </a:r>
            <a:endParaRPr sz="6000" u="sng">
              <a:solidFill>
                <a:srgbClr val="F6F6E9"/>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Clr>
                <a:srgbClr val="F6F6E9"/>
              </a:buClr>
              <a:buSzPts val="6000"/>
              <a:buFont typeface="Times New Roman"/>
              <a:buChar char="•"/>
            </a:pPr>
            <a:r>
              <a:rPr lang="en-US" sz="6000">
                <a:solidFill>
                  <a:srgbClr val="F6F6E9"/>
                </a:solidFill>
                <a:latin typeface="Times New Roman"/>
                <a:ea typeface="Times New Roman"/>
                <a:cs typeface="Times New Roman"/>
                <a:sym typeface="Times New Roman"/>
              </a:rPr>
              <a:t>Zhang, B., Li, Y. M., Li, J., Luo, J., Ye, Y., Yin, L., ... &amp; John, O. P. (2022). The Big Five Inventory–2 in China: A comprehensive psychometric evaluation in four diverse samples. </a:t>
            </a:r>
            <a:r>
              <a:rPr i="1" lang="en-US" sz="6000">
                <a:solidFill>
                  <a:srgbClr val="F6F6E9"/>
                </a:solidFill>
                <a:latin typeface="Times New Roman"/>
                <a:ea typeface="Times New Roman"/>
                <a:cs typeface="Times New Roman"/>
                <a:sym typeface="Times New Roman"/>
              </a:rPr>
              <a:t>Assessment, 29</a:t>
            </a:r>
            <a:r>
              <a:rPr lang="en-US" sz="6000">
                <a:solidFill>
                  <a:srgbClr val="F6F6E9"/>
                </a:solidFill>
                <a:latin typeface="Times New Roman"/>
                <a:ea typeface="Times New Roman"/>
                <a:cs typeface="Times New Roman"/>
                <a:sym typeface="Times New Roman"/>
              </a:rPr>
              <a:t>(6), 1262–1284. https://doi.org/10.1177/10731911211050864</a:t>
            </a:r>
            <a:endParaRPr sz="6000">
              <a:solidFill>
                <a:srgbClr val="F6F6E9"/>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7D9B76"/>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2017-03-20T20:25:00Z</dcterms:created>
  <dc:creator>Feilim Mac Gabhann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0x010100A9E4AB173875A44C8186E6CC6E0D4E3C</vt:lpwstr>
  </property>
  <property fmtid="{D5CDD505-2E9C-101B-9397-08002B2CF9AE}" pid="3" name="Order">
    <vt:r8>1015800.0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ICV">
    <vt:lpwstr>F4F36A93CD4A47C4A6CAB9714F049554_12</vt:lpwstr>
  </property>
  <property fmtid="{D5CDD505-2E9C-101B-9397-08002B2CF9AE}" pid="11" name="KSOProductBuildVer">
    <vt:lpwstr>2052-12.1.0.17857</vt:lpwstr>
  </property>
</Properties>
</file>